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2.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sldIdLst>
    <p:sldId id="256" r:id="rId4"/>
    <p:sldId id="267" r:id="rId5"/>
    <p:sldId id="270" r:id="rId7"/>
    <p:sldId id="257" r:id="rId8"/>
    <p:sldId id="274" r:id="rId9"/>
    <p:sldId id="273" r:id="rId10"/>
    <p:sldId id="285" r:id="rId11"/>
    <p:sldId id="286" r:id="rId12"/>
    <p:sldId id="279" r:id="rId13"/>
    <p:sldId id="280" r:id="rId14"/>
    <p:sldId id="290" r:id="rId15"/>
    <p:sldId id="283" r:id="rId16"/>
    <p:sldId id="284" r:id="rId17"/>
    <p:sldId id="291"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8" userDrawn="1">
          <p15:clr>
            <a:srgbClr val="A4A3A4"/>
          </p15:clr>
        </p15:guide>
        <p15:guide id="2" pos="3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8"/>
        <p:guide pos="379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3.jpeg"/><Relationship Id="rId8" Type="http://schemas.openxmlformats.org/officeDocument/2006/relationships/tags" Target="../tags/tag67.xml"/><Relationship Id="rId7" Type="http://schemas.microsoft.com/office/2007/relationships/hdphoto" Target="../media/image2.wdp"/><Relationship Id="rId6" Type="http://schemas.openxmlformats.org/officeDocument/2006/relationships/image" Target="../media/image1.png"/><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9" Type="http://schemas.openxmlformats.org/officeDocument/2006/relationships/tags" Target="../tags/tag77.xml"/><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0" Type="http://schemas.openxmlformats.org/officeDocument/2006/relationships/tags" Target="../tags/tag92.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0" Type="http://schemas.openxmlformats.org/officeDocument/2006/relationships/tags" Target="../tags/tag120.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image" Target="../media/image3.jpeg"/><Relationship Id="rId8" Type="http://schemas.openxmlformats.org/officeDocument/2006/relationships/tags" Target="../tags/tag143.xml"/><Relationship Id="rId7" Type="http://schemas.microsoft.com/office/2007/relationships/hdphoto" Target="../media/image2.wdp"/><Relationship Id="rId6" Type="http://schemas.openxmlformats.org/officeDocument/2006/relationships/image" Target="../media/image1.png"/><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8" Type="http://schemas.openxmlformats.org/officeDocument/2006/relationships/tags" Target="../tags/tag152.xml"/><Relationship Id="rId17" Type="http://schemas.openxmlformats.org/officeDocument/2006/relationships/tags" Target="../tags/tag151.xml"/><Relationship Id="rId16" Type="http://schemas.openxmlformats.org/officeDocument/2006/relationships/tags" Target="../tags/tag150.xml"/><Relationship Id="rId15" Type="http://schemas.openxmlformats.org/officeDocument/2006/relationships/tags" Target="../tags/tag149.xml"/><Relationship Id="rId14" Type="http://schemas.openxmlformats.org/officeDocument/2006/relationships/tags" Target="../tags/tag148.xml"/><Relationship Id="rId13" Type="http://schemas.openxmlformats.org/officeDocument/2006/relationships/tags" Target="../tags/tag147.xml"/><Relationship Id="rId12" Type="http://schemas.openxmlformats.org/officeDocument/2006/relationships/tags" Target="../tags/tag146.xml"/><Relationship Id="rId11" Type="http://schemas.openxmlformats.org/officeDocument/2006/relationships/tags" Target="../tags/tag145.xml"/><Relationship Id="rId10" Type="http://schemas.openxmlformats.org/officeDocument/2006/relationships/tags" Target="../tags/tag14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cxnSp>
        <p:nvCxnSpPr>
          <p:cNvPr id="18" name="直接连接符 17"/>
          <p:cNvCxnSpPr/>
          <p:nvPr>
            <p:custDataLst>
              <p:tags r:id="rId2"/>
            </p:custDataLst>
          </p:nvPr>
        </p:nvCxnSpPr>
        <p:spPr>
          <a:xfrm>
            <a:off x="461890" y="4495"/>
            <a:ext cx="0" cy="685355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custDataLst>
              <p:tags r:id="rId3"/>
            </p:custDataLst>
          </p:nvPr>
        </p:nvCxnSpPr>
        <p:spPr>
          <a:xfrm>
            <a:off x="492369" y="6295487"/>
            <a:ext cx="1118381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4"/>
            </p:custDataLst>
          </p:nvPr>
        </p:nvCxnSpPr>
        <p:spPr>
          <a:xfrm>
            <a:off x="505167" y="574430"/>
            <a:ext cx="1168683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5" name="VCG41172951964"/>
          <p:cNvPicPr>
            <a:picLocks noChangeAspect="1"/>
          </p:cNvPicPr>
          <p:nvPr>
            <p:custDataLst>
              <p:tags r:id="rId5"/>
            </p:custDataLst>
          </p:nvPr>
        </p:nvPicPr>
        <p:blipFill rotWithShape="1">
          <a:blip r:embed="rId6">
            <a:alphaModFix amt="14000"/>
            <a:extLst>
              <a:ext uri="{BEBA8EAE-BF5A-486C-A8C5-ECC9F3942E4B}">
                <a14:imgProps xmlns:a14="http://schemas.microsoft.com/office/drawing/2010/main">
                  <a14:imgLayer r:embed="rId7">
                    <a14:imgEffect>
                      <a14:sharpenSoften amount="-100000"/>
                    </a14:imgEffect>
                  </a14:imgLayer>
                </a14:imgProps>
              </a:ext>
            </a:extLst>
          </a:blip>
          <a:srcRect b="5546"/>
          <a:stretch>
            <a:fillRect/>
          </a:stretch>
        </p:blipFill>
        <p:spPr>
          <a:xfrm>
            <a:off x="9565991" y="3138078"/>
            <a:ext cx="2627604" cy="3719922"/>
          </a:xfrm>
          <a:prstGeom prst="rect">
            <a:avLst/>
          </a:prstGeom>
        </p:spPr>
      </p:pic>
      <p:sp>
        <p:nvSpPr>
          <p:cNvPr id="12" name="VCG211375358076"/>
          <p:cNvSpPr/>
          <p:nvPr>
            <p:custDataLst>
              <p:tags r:id="rId8"/>
            </p:custDataLst>
          </p:nvPr>
        </p:nvSpPr>
        <p:spPr>
          <a:xfrm>
            <a:off x="1710690" y="994410"/>
            <a:ext cx="2967990" cy="4873625"/>
          </a:xfrm>
          <a:prstGeom prst="roundRect">
            <a:avLst>
              <a:gd name="adj" fmla="val 50000"/>
            </a:avLst>
          </a:prstGeom>
          <a:blipFill>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charset="-122"/>
            </a:endParaRPr>
          </a:p>
        </p:txBody>
      </p:sp>
      <p:sp>
        <p:nvSpPr>
          <p:cNvPr id="11" name="矩形: 圆角 8"/>
          <p:cNvSpPr/>
          <p:nvPr>
            <p:custDataLst>
              <p:tags r:id="rId10"/>
            </p:custDataLst>
          </p:nvPr>
        </p:nvSpPr>
        <p:spPr>
          <a:xfrm>
            <a:off x="1553845" y="874395"/>
            <a:ext cx="3237865" cy="5131435"/>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charset="-122"/>
            </a:endParaRPr>
          </a:p>
        </p:txBody>
      </p:sp>
      <p:sp>
        <p:nvSpPr>
          <p:cNvPr id="10" name="椭圆 9"/>
          <p:cNvSpPr/>
          <p:nvPr>
            <p:custDataLst>
              <p:tags r:id="rId11"/>
            </p:custDataLst>
          </p:nvPr>
        </p:nvSpPr>
        <p:spPr>
          <a:xfrm>
            <a:off x="4504055" y="1584960"/>
            <a:ext cx="154940" cy="154940"/>
          </a:xfrm>
          <a:prstGeom prst="ellipse">
            <a:avLst/>
          </a:prstGeom>
          <a:solidFill>
            <a:schemeClr val="accent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charset="-122"/>
            </a:endParaRPr>
          </a:p>
        </p:txBody>
      </p:sp>
      <p:sp>
        <p:nvSpPr>
          <p:cNvPr id="26" name="椭圆 25"/>
          <p:cNvSpPr/>
          <p:nvPr>
            <p:custDataLst>
              <p:tags r:id="rId12"/>
            </p:custDataLst>
          </p:nvPr>
        </p:nvSpPr>
        <p:spPr>
          <a:xfrm>
            <a:off x="1486535" y="4551045"/>
            <a:ext cx="154940" cy="154940"/>
          </a:xfrm>
          <a:prstGeom prst="ellipse">
            <a:avLst/>
          </a:prstGeom>
          <a:solidFill>
            <a:schemeClr val="accent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charset="-122"/>
            </a:endParaRPr>
          </a:p>
        </p:txBody>
      </p:sp>
      <p:cxnSp>
        <p:nvCxnSpPr>
          <p:cNvPr id="17" name="直接连接符 16"/>
          <p:cNvCxnSpPr/>
          <p:nvPr>
            <p:custDataLst>
              <p:tags r:id="rId13"/>
            </p:custDataLst>
          </p:nvPr>
        </p:nvCxnSpPr>
        <p:spPr>
          <a:xfrm>
            <a:off x="11690254" y="574430"/>
            <a:ext cx="0" cy="628357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署名"/>
          <p:cNvSpPr txBox="1">
            <a:spLocks noGrp="1"/>
          </p:cNvSpPr>
          <p:nvPr>
            <p:ph type="body" idx="3"/>
            <p:custDataLst>
              <p:tags r:id="rId14"/>
            </p:custDataLst>
          </p:nvPr>
        </p:nvSpPr>
        <p:spPr>
          <a:xfrm>
            <a:off x="5806440" y="4565015"/>
            <a:ext cx="5532120" cy="1279525"/>
          </a:xfrm>
          <a:prstGeom prst="rect">
            <a:avLst/>
          </a:prstGeom>
          <a:noFill/>
        </p:spPr>
        <p:txBody>
          <a:bodyPr vert="horz" wrap="square" lIns="0" tIns="0" rIns="0" bIns="0" rtlCol="0" anchor="t" anchorCtr="0">
            <a:normAutofit/>
          </a:bodyPr>
          <a:lstStyle>
            <a:lvl1pPr marL="0" marR="0" algn="l" defTabSz="914400" rtl="0" eaLnBrk="1" fontAlgn="auto" latinLnBrk="0" hangingPunct="1">
              <a:lnSpc>
                <a:spcPct val="150000"/>
              </a:lnSpc>
              <a:buClrTx/>
              <a:buSzTx/>
              <a:buFontTx/>
              <a:buNone/>
              <a:defRPr kumimoji="0" lang="zh-CN" altLang="en-US" sz="1600" b="0" i="0" u="none" strike="noStrike" kern="1200" cap="none" spc="150" normalizeH="0" baseline="0" noProof="1" dirty="0">
                <a:solidFill>
                  <a:schemeClr val="accent1"/>
                </a:solidFill>
                <a:latin typeface="+mj-ea"/>
                <a:ea typeface="+mj-ea"/>
                <a:cs typeface="MiSans Normal" panose="00000500000000000000" charset="-122"/>
              </a:defRPr>
            </a:lvl1pPr>
          </a:lstStyle>
          <a:p>
            <a:pPr lvl="0" algn="l">
              <a:lnSpc>
                <a:spcPct val="150000"/>
              </a:lnSpc>
            </a:pPr>
            <a:r>
              <a:rPr>
                <a:sym typeface="+mn-ea"/>
              </a:rPr>
              <a:t>单击此处编辑母版文本样式</a:t>
            </a:r>
            <a:endParaRPr>
              <a:sym typeface="+mn-ea"/>
            </a:endParaRPr>
          </a:p>
        </p:txBody>
      </p:sp>
      <p:sp>
        <p:nvSpPr>
          <p:cNvPr id="8" name="副标题"/>
          <p:cNvSpPr txBox="1">
            <a:spLocks noGrp="1"/>
          </p:cNvSpPr>
          <p:nvPr>
            <p:ph type="body" idx="2" hasCustomPrompt="1"/>
            <p:custDataLst>
              <p:tags r:id="rId15"/>
            </p:custDataLst>
          </p:nvPr>
        </p:nvSpPr>
        <p:spPr>
          <a:xfrm>
            <a:off x="5806344" y="3570812"/>
            <a:ext cx="5518150" cy="543560"/>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zh-CN" altLang="en-US" sz="2400" b="1" i="0" u="none" strike="noStrike" kern="1200" cap="none" spc="300" normalizeH="0" baseline="0" noProof="1" dirty="0">
                <a:solidFill>
                  <a:schemeClr val="tx1">
                    <a:lumMod val="75000"/>
                    <a:lumOff val="25000"/>
                  </a:schemeClr>
                </a:solidFill>
                <a:latin typeface="+mj-ea"/>
                <a:ea typeface="+mj-ea"/>
                <a:cs typeface="MiSans Normal" panose="00000500000000000000" charset="-122"/>
              </a:defRPr>
            </a:lvl1pPr>
          </a:lstStyle>
          <a:p>
            <a:pPr lvl="0" algn="l"/>
            <a:r>
              <a:rPr>
                <a:sym typeface="+mn-ea"/>
              </a:rPr>
              <a:t>单击此处编辑母版副标题样式</a:t>
            </a:r>
            <a:endParaRPr>
              <a:sym typeface="+mn-ea"/>
            </a:endParaRPr>
          </a:p>
        </p:txBody>
      </p:sp>
      <p:sp>
        <p:nvSpPr>
          <p:cNvPr id="7" name="标题"/>
          <p:cNvSpPr txBox="1">
            <a:spLocks noGrp="1"/>
          </p:cNvSpPr>
          <p:nvPr>
            <p:ph type="title" idx="1" hasCustomPrompt="1"/>
            <p:custDataLst>
              <p:tags r:id="rId16"/>
            </p:custDataLst>
          </p:nvPr>
        </p:nvSpPr>
        <p:spPr>
          <a:xfrm>
            <a:off x="5806344" y="1303227"/>
            <a:ext cx="5532120" cy="2204085"/>
          </a:xfrm>
          <a:prstGeom prst="rect">
            <a:avLst/>
          </a:prstGeom>
          <a:noFill/>
        </p:spPr>
        <p:txBody>
          <a:bodyPr vert="horz" wrap="square" lIns="0" tIns="0" rIns="0" bIns="0" rtlCol="0" anchor="b" anchorCtr="0">
            <a:normAutofit/>
          </a:bodyPr>
          <a:lstStyle>
            <a:lvl1pPr marL="0" marR="0" algn="l" defTabSz="914400" rtl="0" eaLnBrk="1" fontAlgn="auto" latinLnBrk="0" hangingPunct="1">
              <a:lnSpc>
                <a:spcPct val="100000"/>
              </a:lnSpc>
              <a:buClrTx/>
              <a:buSzTx/>
              <a:buFontTx/>
              <a:buNone/>
              <a:defRPr kumimoji="0" lang="zh-CN" sz="5400" b="1" i="0" u="none" strike="noStrike" kern="1200" cap="none" spc="300" normalizeH="0" baseline="0" noProof="1" dirty="0">
                <a:gradFill>
                  <a:gsLst>
                    <a:gs pos="100000">
                      <a:schemeClr val="accent1"/>
                    </a:gs>
                    <a:gs pos="0">
                      <a:schemeClr val="accent1">
                        <a:lumMod val="75000"/>
                      </a:schemeClr>
                    </a:gs>
                  </a:gsLst>
                  <a:lin ang="8100000" scaled="0"/>
                </a:gradFill>
                <a:latin typeface="+mj-ea"/>
                <a:ea typeface="+mj-ea"/>
                <a:cs typeface="+mj-ea"/>
              </a:defRPr>
            </a:lvl1pPr>
          </a:lstStyle>
          <a:p>
            <a:pPr lvl="0"/>
            <a:r>
              <a:rPr>
                <a:sym typeface="+mn-ea"/>
              </a:rPr>
              <a:t>单击编辑标题</a:t>
            </a:r>
            <a:endParaRPr>
              <a:sym typeface="+mn-ea"/>
            </a:endParaRPr>
          </a:p>
        </p:txBody>
      </p:sp>
      <p:sp>
        <p:nvSpPr>
          <p:cNvPr id="4" name="日期占位符 3"/>
          <p:cNvSpPr>
            <a:spLocks noGrp="1"/>
          </p:cNvSpPr>
          <p:nvPr>
            <p:ph type="dt" sz="half" idx="10"/>
            <p:custDataLst>
              <p:tags r:id="rId17"/>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custDataLst>
              <p:tags r:id="rId18"/>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9"/>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9" name="正文"/>
          <p:cNvSpPr txBox="1">
            <a:spLocks noGrp="1"/>
          </p:cNvSpPr>
          <p:nvPr>
            <p:ph idx="3"/>
            <p:custDataLst>
              <p:tags r:id="rId2"/>
            </p:custDataLst>
          </p:nvPr>
        </p:nvSpPr>
        <p:spPr>
          <a:xfrm>
            <a:off x="608330" y="1289050"/>
            <a:ext cx="10968990" cy="4960620"/>
          </a:xfrm>
          <a:prstGeom prst="rect">
            <a:avLst/>
          </a:prstGeom>
          <a:ln>
            <a:noFill/>
            <a:prstDash val="sysDash"/>
          </a:ln>
        </p:spPr>
        <p:txBody>
          <a:bodyPr vert="horz" lIns="90000" tIns="46800" rIns="90000" bIns="46800" rtlCol="0">
            <a:normAutofit/>
          </a:bodyPr>
          <a:lstStyle>
            <a:lvl1pPr>
              <a:defRPr dirty="0">
                <a:latin typeface="+mn-ea"/>
                <a:ea typeface="+mn-ea"/>
                <a:sym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sym typeface="+mn-ea"/>
              </a:rPr>
              <a:t>单击此处编辑母版文本样式</a:t>
            </a:r>
            <a:endParaRPr lang="zh-CN" altLang="en-US" dirty="0">
              <a:sym typeface="+mn-ea"/>
            </a:endParaRPr>
          </a:p>
          <a:p>
            <a:pPr lvl="1"/>
            <a:r>
              <a:rPr lang="zh-CN" altLang="en-US" dirty="0">
                <a:sym typeface="+mn-ea"/>
              </a:rPr>
              <a:t>第二级</a:t>
            </a:r>
            <a:endParaRPr lang="zh-CN" altLang="en-US" dirty="0">
              <a:sym typeface="+mn-ea"/>
            </a:endParaRPr>
          </a:p>
          <a:p>
            <a:pPr lvl="2"/>
            <a:r>
              <a:rPr lang="zh-CN" altLang="en-US" dirty="0">
                <a:sym typeface="+mn-ea"/>
              </a:rPr>
              <a:t>第三级</a:t>
            </a:r>
            <a:endParaRPr lang="zh-CN" altLang="en-US" dirty="0">
              <a:sym typeface="+mn-ea"/>
            </a:endParaRPr>
          </a:p>
          <a:p>
            <a:pPr lvl="3"/>
            <a:r>
              <a:rPr lang="zh-CN" altLang="en-US" dirty="0">
                <a:sym typeface="+mn-ea"/>
              </a:rPr>
              <a:t>第四级</a:t>
            </a:r>
            <a:endParaRPr lang="zh-CN" altLang="en-US" dirty="0">
              <a:sym typeface="+mn-ea"/>
            </a:endParaRPr>
          </a:p>
          <a:p>
            <a:pPr lvl="4"/>
            <a:r>
              <a:rPr lang="zh-CN" altLang="en-US">
                <a:sym typeface="+mn-ea"/>
              </a:rPr>
              <a:t>第五级</a:t>
            </a:r>
            <a:endParaRPr lang="zh-CN" altLang="en-US" dirty="0">
              <a:sym typeface="+mn-ea"/>
            </a:endParaRPr>
          </a:p>
        </p:txBody>
      </p:sp>
      <p:sp>
        <p:nvSpPr>
          <p:cNvPr id="8" name="标题"/>
          <p:cNvSpPr txBox="1">
            <a:spLocks noGrp="1"/>
          </p:cNvSpPr>
          <p:nvPr>
            <p:ph type="title" idx="2"/>
            <p:custDataLst>
              <p:tags r:id="rId3"/>
            </p:custDataLst>
          </p:nvPr>
        </p:nvSpPr>
        <p:spPr>
          <a:xfrm>
            <a:off x="608400" y="330905"/>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1" i="0" u="none" strike="noStrike" kern="1200" cap="none" spc="300" normalizeH="0" baseline="0" noProof="1" dirty="0">
                <a:ln>
                  <a:noFill/>
                  <a:prstDash val="sysDot"/>
                </a:ln>
                <a:gradFill>
                  <a:gsLst>
                    <a:gs pos="0">
                      <a:schemeClr val="accent1"/>
                    </a:gs>
                    <a:gs pos="100000">
                      <a:schemeClr val="accent1">
                        <a:lumMod val="50000"/>
                      </a:schemeClr>
                    </a:gs>
                  </a:gsLst>
                  <a:lin ang="2700000" scaled="0"/>
                </a:gradFill>
                <a:latin typeface="+mj-ea"/>
                <a:ea typeface="+mj-ea"/>
                <a:cs typeface="MiSans Normal" panose="00000500000000000000" charset="-122"/>
              </a:defRPr>
            </a:lvl1pPr>
          </a:lstStyle>
          <a:p>
            <a:pPr lvl="0"/>
            <a:r>
              <a:rPr dirty="0">
                <a:sym typeface="+mn-ea"/>
              </a:rPr>
              <a:t>单击此处编辑母版标题样式</a:t>
            </a:r>
            <a:endParaRPr dirty="0">
              <a:sym typeface="+mn-ea"/>
            </a:endParaRPr>
          </a:p>
        </p:txBody>
      </p:sp>
      <p:cxnSp>
        <p:nvCxnSpPr>
          <p:cNvPr id="7" name="直接连接符 6"/>
          <p:cNvCxnSpPr/>
          <p:nvPr>
            <p:custDataLst>
              <p:tags r:id="rId4"/>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日期占位符 3"/>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cxnSp>
        <p:nvCxnSpPr>
          <p:cNvPr id="9" name="直接连接符 8"/>
          <p:cNvCxnSpPr/>
          <p:nvPr>
            <p:custDataLst>
              <p:tags r:id="rId2"/>
            </p:custDataLst>
          </p:nvPr>
        </p:nvCxnSpPr>
        <p:spPr>
          <a:xfrm>
            <a:off x="11690254" y="574430"/>
            <a:ext cx="0" cy="628357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3"/>
            </p:custDataLst>
          </p:nvPr>
        </p:nvCxnSpPr>
        <p:spPr>
          <a:xfrm>
            <a:off x="492369" y="6231987"/>
            <a:ext cx="1118381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4"/>
            </p:custDataLst>
          </p:nvPr>
        </p:nvCxnSpPr>
        <p:spPr>
          <a:xfrm flipV="1">
            <a:off x="2926080" y="604911"/>
            <a:ext cx="0" cy="562707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标题"/>
          <p:cNvSpPr txBox="1">
            <a:spLocks noGrp="1"/>
          </p:cNvSpPr>
          <p:nvPr>
            <p:ph type="title" idx="3" hasCustomPrompt="1"/>
            <p:custDataLst>
              <p:tags r:id="rId5"/>
            </p:custDataLst>
          </p:nvPr>
        </p:nvSpPr>
        <p:spPr>
          <a:xfrm>
            <a:off x="551815" y="1823085"/>
            <a:ext cx="2317115" cy="2828925"/>
          </a:xfrm>
          <a:prstGeom prst="rect">
            <a:avLst/>
          </a:prstGeom>
          <a:noFill/>
        </p:spPr>
        <p:txBody>
          <a:bodyPr vert="eaVert" wrap="square" lIns="0" tIns="0" rIns="0" bIns="0" rtlCol="0" anchor="ctr" anchorCtr="0">
            <a:normAutofit/>
          </a:bodyPr>
          <a:lstStyle>
            <a:lvl1pPr marL="0" marR="0" algn="ctr" defTabSz="914400" rtl="0" eaLnBrk="1" fontAlgn="auto" latinLnBrk="0" hangingPunct="1">
              <a:lnSpc>
                <a:spcPct val="120000"/>
              </a:lnSpc>
              <a:buClrTx/>
              <a:buSzTx/>
              <a:buFontTx/>
              <a:buNone/>
              <a:defRPr kumimoji="0" lang="zh-CN" altLang="en-US" sz="9600" b="0" i="0" u="none" strike="noStrike" kern="1200" cap="none" spc="300" normalizeH="0" baseline="0" noProof="1" dirty="0">
                <a:gradFill>
                  <a:gsLst>
                    <a:gs pos="0">
                      <a:schemeClr val="accent1"/>
                    </a:gs>
                    <a:gs pos="100000">
                      <a:schemeClr val="accent1">
                        <a:alpha val="71000"/>
                      </a:schemeClr>
                    </a:gs>
                  </a:gsLst>
                  <a:lin ang="8100000" scaled="0"/>
                </a:gradFill>
                <a:latin typeface="+mj-ea"/>
                <a:ea typeface="+mj-ea"/>
                <a:cs typeface="+mj-ea"/>
              </a:defRPr>
            </a:lvl1pPr>
          </a:lstStyle>
          <a:p>
            <a:pPr lvl="0" algn="ctr">
              <a:lnSpc>
                <a:spcPct val="120000"/>
              </a:lnSpc>
            </a:pPr>
            <a:r>
              <a:rPr>
                <a:sym typeface="+mn-ea"/>
              </a:rPr>
              <a:t>标题</a:t>
            </a:r>
            <a:endParaRPr>
              <a:sym typeface="+mn-ea"/>
            </a:endParaRPr>
          </a:p>
        </p:txBody>
      </p:sp>
      <p:cxnSp>
        <p:nvCxnSpPr>
          <p:cNvPr id="18" name="直接连接符 17"/>
          <p:cNvCxnSpPr/>
          <p:nvPr>
            <p:custDataLst>
              <p:tags r:id="rId6"/>
            </p:custDataLst>
          </p:nvPr>
        </p:nvCxnSpPr>
        <p:spPr>
          <a:xfrm>
            <a:off x="461890" y="4495"/>
            <a:ext cx="0" cy="685355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7"/>
            </p:custDataLst>
          </p:nvPr>
        </p:nvCxnSpPr>
        <p:spPr>
          <a:xfrm>
            <a:off x="505167" y="567342"/>
            <a:ext cx="1168683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日期占位符 2"/>
          <p:cNvSpPr>
            <a:spLocks noGrp="1"/>
          </p:cNvSpPr>
          <p:nvPr>
            <p:ph type="dt" sz="half" idx="10"/>
            <p:custDataLst>
              <p:tags r:id="rId8"/>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4" name="页脚占位符 3"/>
          <p:cNvSpPr>
            <a:spLocks noGrp="1"/>
          </p:cNvSpPr>
          <p:nvPr>
            <p:ph type="ftr" sz="quarter" idx="11"/>
            <p:custDataLst>
              <p:tags r:id="rId9"/>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10"/>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cxnSp>
        <p:nvCxnSpPr>
          <p:cNvPr id="14" name="直接连接符 13"/>
          <p:cNvCxnSpPr/>
          <p:nvPr>
            <p:custDataLst>
              <p:tags r:id="rId2"/>
            </p:custDataLst>
          </p:nvPr>
        </p:nvCxnSpPr>
        <p:spPr>
          <a:xfrm>
            <a:off x="11690254" y="574430"/>
            <a:ext cx="0" cy="628357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3"/>
            </p:custDataLst>
          </p:nvPr>
        </p:nvCxnSpPr>
        <p:spPr>
          <a:xfrm>
            <a:off x="492369" y="6231987"/>
            <a:ext cx="1118381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a:off x="461890" y="4495"/>
            <a:ext cx="0" cy="685355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5"/>
            </p:custDataLst>
          </p:nvPr>
        </p:nvCxnSpPr>
        <p:spPr>
          <a:xfrm>
            <a:off x="505167" y="574430"/>
            <a:ext cx="1168683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标题"/>
          <p:cNvSpPr txBox="1">
            <a:spLocks noGrp="1"/>
          </p:cNvSpPr>
          <p:nvPr>
            <p:ph type="title" idx="5"/>
            <p:custDataLst>
              <p:tags r:id="rId6"/>
            </p:custDataLst>
          </p:nvPr>
        </p:nvSpPr>
        <p:spPr>
          <a:xfrm>
            <a:off x="2587943" y="3900842"/>
            <a:ext cx="7016115" cy="1617307"/>
          </a:xfrm>
          <a:prstGeom prst="rect">
            <a:avLst/>
          </a:prstGeom>
          <a:noFill/>
        </p:spPr>
        <p:txBody>
          <a:bodyPr wrap="square" lIns="0" tIns="0" rIns="0" bIns="0" rtlCol="0" anchor="ctr">
            <a:normAutofit/>
          </a:bodyPr>
          <a:lstStyle>
            <a:lvl1pPr marL="0" marR="0" algn="ctr" defTabSz="914400" rtl="0" eaLnBrk="1" fontAlgn="auto" latinLnBrk="0" hangingPunct="1">
              <a:lnSpc>
                <a:spcPct val="100000"/>
              </a:lnSpc>
              <a:buClrTx/>
              <a:buSzTx/>
              <a:buFontTx/>
              <a:buNone/>
              <a:defRPr kumimoji="0" sz="3600" b="0" i="0" u="none" strike="noStrike" kern="1200" cap="none" spc="300" normalizeH="0" baseline="0" noProof="1" dirty="0" err="1">
                <a:solidFill>
                  <a:schemeClr val="tx1">
                    <a:lumMod val="75000"/>
                    <a:lumOff val="25000"/>
                  </a:schemeClr>
                </a:solidFill>
                <a:latin typeface="+mj-ea"/>
                <a:ea typeface="+mj-ea"/>
                <a:cs typeface="+mj-ea"/>
              </a:defRPr>
            </a:lvl1pPr>
          </a:lstStyle>
          <a:p>
            <a:pPr lvl="0" algn="ctr"/>
            <a:r>
              <a:rPr>
                <a:sym typeface="+mn-ea"/>
              </a:rPr>
              <a:t>单击此处编辑母版标题样式</a:t>
            </a:r>
            <a:endParaRPr>
              <a:sym typeface="+mn-ea"/>
            </a:endParaRPr>
          </a:p>
        </p:txBody>
      </p:sp>
      <p:sp>
        <p:nvSpPr>
          <p:cNvPr id="8" name="矩形: 圆角 5"/>
          <p:cNvSpPr/>
          <p:nvPr>
            <p:custDataLst>
              <p:tags r:id="rId7"/>
            </p:custDataLst>
          </p:nvPr>
        </p:nvSpPr>
        <p:spPr>
          <a:xfrm rot="16200000">
            <a:off x="4876165" y="328930"/>
            <a:ext cx="2439670" cy="4037330"/>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charset="-122"/>
            </a:endParaRPr>
          </a:p>
        </p:txBody>
      </p:sp>
      <p:sp>
        <p:nvSpPr>
          <p:cNvPr id="9" name="椭圆 8"/>
          <p:cNvSpPr/>
          <p:nvPr>
            <p:custDataLst>
              <p:tags r:id="rId8"/>
            </p:custDataLst>
          </p:nvPr>
        </p:nvSpPr>
        <p:spPr>
          <a:xfrm rot="16200000">
            <a:off x="4639945" y="1193165"/>
            <a:ext cx="155575" cy="162560"/>
          </a:xfrm>
          <a:prstGeom prst="ellipse">
            <a:avLst/>
          </a:prstGeom>
          <a:solidFill>
            <a:schemeClr val="bg2"/>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charset="-122"/>
            </a:endParaRPr>
          </a:p>
        </p:txBody>
      </p:sp>
      <p:sp>
        <p:nvSpPr>
          <p:cNvPr id="12" name="VCG211375358076"/>
          <p:cNvSpPr/>
          <p:nvPr>
            <p:custDataLst>
              <p:tags r:id="rId9"/>
            </p:custDataLst>
          </p:nvPr>
        </p:nvSpPr>
        <p:spPr>
          <a:xfrm>
            <a:off x="4265295" y="1339850"/>
            <a:ext cx="3661410" cy="2063750"/>
          </a:xfrm>
          <a:prstGeom prst="roundRect">
            <a:avLst>
              <a:gd name="adj" fmla="val 50000"/>
            </a:avLst>
          </a:prstGeom>
          <a:blipFill>
            <a:blip r:embed="rId10"/>
            <a:stretch>
              <a:fillRect t="-329" b="-19100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iSans Normal" panose="00000500000000000000" charset="-122"/>
            </a:endParaRPr>
          </a:p>
        </p:txBody>
      </p:sp>
      <p:sp>
        <p:nvSpPr>
          <p:cNvPr id="7" name="节编号"/>
          <p:cNvSpPr txBox="1">
            <a:spLocks noGrp="1"/>
          </p:cNvSpPr>
          <p:nvPr>
            <p:ph type="body" idx="1" hasCustomPrompt="1"/>
            <p:custDataLst>
              <p:tags r:id="rId11"/>
            </p:custDataLst>
          </p:nvPr>
        </p:nvSpPr>
        <p:spPr>
          <a:xfrm>
            <a:off x="5276215" y="1837055"/>
            <a:ext cx="1610995" cy="1181100"/>
          </a:xfrm>
          <a:prstGeom prst="rect">
            <a:avLst/>
          </a:prstGeom>
          <a:noFill/>
        </p:spPr>
        <p:txBody>
          <a:bodyPr wrap="square" lIns="0" tIns="0" rIns="0" bIns="0" rtlCol="0" anchor="ctr" anchorCtr="0">
            <a:noAutofit/>
          </a:bodyPr>
          <a:lstStyle>
            <a:lvl1pPr marL="0" marR="0" algn="ctr" defTabSz="914400" rtl="0" eaLnBrk="1" fontAlgn="auto" latinLnBrk="0" hangingPunct="1">
              <a:lnSpc>
                <a:spcPct val="100000"/>
              </a:lnSpc>
              <a:buClrTx/>
              <a:buSzTx/>
              <a:buFontTx/>
              <a:buNone/>
              <a:defRPr kumimoji="0" lang="en-US" altLang="zh-CN" sz="9600" b="1" i="0" u="none" strike="noStrike" kern="1200" cap="none" spc="300" normalizeH="0" baseline="0" noProof="1" dirty="0">
                <a:gradFill>
                  <a:gsLst>
                    <a:gs pos="0">
                      <a:schemeClr val="accent1"/>
                    </a:gs>
                    <a:gs pos="100000">
                      <a:schemeClr val="accent1">
                        <a:lumMod val="50000"/>
                      </a:schemeClr>
                    </a:gs>
                  </a:gsLst>
                  <a:lin ang="5400000" scaled="0"/>
                </a:gradFill>
                <a:latin typeface="+mj-ea"/>
                <a:ea typeface="+mj-ea"/>
                <a:cs typeface="MiSans Normal" panose="00000500000000000000" charset="-122"/>
              </a:defRPr>
            </a:lvl1pPr>
          </a:lstStyle>
          <a:p>
            <a:pPr lvl="0" algn="ctr"/>
            <a:r>
              <a:rPr dirty="0" err="1">
                <a:sym typeface="+mn-ea"/>
              </a:rPr>
              <a:t>编号</a:t>
            </a:r>
            <a:endParaRPr dirty="0">
              <a:sym typeface="+mn-ea"/>
            </a:endParaRPr>
          </a:p>
        </p:txBody>
      </p:sp>
      <p:sp>
        <p:nvSpPr>
          <p:cNvPr id="4" name="日期占位符 3"/>
          <p:cNvSpPr>
            <a:spLocks noGrp="1"/>
          </p:cNvSpPr>
          <p:nvPr>
            <p:ph type="dt" sz="half" idx="10"/>
            <p:custDataLst>
              <p:tags r:id="rId12"/>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custDataLst>
              <p:tags r:id="rId13"/>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showMasterSp="0">
  <p:cSld name="标题和两栏">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正文"/>
          <p:cNvSpPr txBox="1">
            <a:spLocks noGrp="1"/>
          </p:cNvSpPr>
          <p:nvPr>
            <p:ph idx="3"/>
            <p:custDataLst>
              <p:tags r:id="rId3"/>
            </p:custDataLst>
          </p:nvPr>
        </p:nvSpPr>
        <p:spPr>
          <a:xfrm>
            <a:off x="6400800" y="1289050"/>
            <a:ext cx="5176520" cy="496062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9" name="正文"/>
          <p:cNvSpPr txBox="1">
            <a:spLocks noGrp="1"/>
          </p:cNvSpPr>
          <p:nvPr>
            <p:ph idx="2"/>
            <p:custDataLst>
              <p:tags r:id="rId4"/>
            </p:custDataLst>
          </p:nvPr>
        </p:nvSpPr>
        <p:spPr>
          <a:xfrm>
            <a:off x="608330" y="1289050"/>
            <a:ext cx="5176520" cy="496062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8" name="标题"/>
          <p:cNvSpPr txBox="1">
            <a:spLocks noGrp="1"/>
          </p:cNvSpPr>
          <p:nvPr>
            <p:ph type="title" idx="1"/>
            <p:custDataLst>
              <p:tags r:id="rId5"/>
            </p:custDataLst>
          </p:nvPr>
        </p:nvSpPr>
        <p:spPr>
          <a:xfrm>
            <a:off x="608400" y="330905"/>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1">
                        <a:lumMod val="50000"/>
                      </a:schemeClr>
                    </a:gs>
                  </a:gsLst>
                  <a:lin ang="2700000" scaled="0"/>
                </a:gradFill>
                <a:latin typeface="+mj-ea"/>
                <a:ea typeface="+mj-ea"/>
                <a:cs typeface="MiSans Normal" panose="00000500000000000000" charset="-122"/>
              </a:defRPr>
            </a:lvl1pPr>
          </a:lstStyle>
          <a:p>
            <a:pPr lvl="0"/>
            <a:r>
              <a:rPr>
                <a:sym typeface="+mn-ea"/>
              </a:rPr>
              <a:t>单击此处编辑母版标题样式</a:t>
            </a:r>
            <a:endParaRPr>
              <a:sym typeface="+mn-ea"/>
            </a:endParaRPr>
          </a:p>
        </p:txBody>
      </p:sp>
      <p:sp>
        <p:nvSpPr>
          <p:cNvPr id="5" name="日期占位符 4"/>
          <p:cNvSpPr>
            <a:spLocks noGrp="1"/>
          </p:cNvSpPr>
          <p:nvPr>
            <p:ph type="dt" sz="half" idx="10"/>
            <p:custDataLst>
              <p:tags r:id="rId6"/>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6" name="页脚占位符 5"/>
          <p:cNvSpPr>
            <a:spLocks noGrp="1"/>
          </p:cNvSpPr>
          <p:nvPr>
            <p:ph type="ftr" sz="quarter" idx="11"/>
            <p:custDataLst>
              <p:tags r:id="rId7"/>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8"/>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showMasterSp="0">
  <p:cSld name="标题和比较">
    <p:spTree>
      <p:nvGrpSpPr>
        <p:cNvPr id="1" name=""/>
        <p:cNvGrpSpPr/>
        <p:nvPr/>
      </p:nvGrpSpPr>
      <p:grpSpPr>
        <a:xfrm>
          <a:off x="0" y="0"/>
          <a:ext cx="0" cy="0"/>
          <a:chOff x="0" y="0"/>
          <a:chExt cx="0" cy="0"/>
        </a:xfrm>
      </p:grpSpPr>
      <p:cxnSp>
        <p:nvCxnSpPr>
          <p:cNvPr id="15" name="直接连接符 14"/>
          <p:cNvCxnSpPr/>
          <p:nvPr>
            <p:custDataLst>
              <p:tags r:id="rId2"/>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正文"/>
          <p:cNvSpPr txBox="1">
            <a:spLocks noGrp="1"/>
          </p:cNvSpPr>
          <p:nvPr>
            <p:ph idx="5"/>
            <p:custDataLst>
              <p:tags r:id="rId3"/>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3" name="标题"/>
          <p:cNvSpPr txBox="1">
            <a:spLocks noGrp="1"/>
          </p:cNvSpPr>
          <p:nvPr>
            <p:ph type="title" idx="4"/>
            <p:custDataLst>
              <p:tags r:id="rId4"/>
            </p:custDataLst>
          </p:nvPr>
        </p:nvSpPr>
        <p:spPr>
          <a:xfrm>
            <a:off x="6235065" y="1353185"/>
            <a:ext cx="5342255" cy="4762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panose="00000500000000000000" charset="-122"/>
              </a:defRPr>
            </a:lvl1pPr>
          </a:lstStyle>
          <a:p>
            <a:pPr lvl="0"/>
            <a:r>
              <a:rPr>
                <a:sym typeface="+mn-ea"/>
              </a:rPr>
              <a:t>单击此处编辑母版标题样式</a:t>
            </a:r>
            <a:endParaRPr>
              <a:sym typeface="+mn-ea"/>
            </a:endParaRPr>
          </a:p>
        </p:txBody>
      </p:sp>
      <p:sp>
        <p:nvSpPr>
          <p:cNvPr id="12" name="正文"/>
          <p:cNvSpPr txBox="1">
            <a:spLocks noGrp="1"/>
          </p:cNvSpPr>
          <p:nvPr>
            <p:ph idx="3"/>
            <p:custDataLst>
              <p:tags r:id="rId5"/>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1" name="标题"/>
          <p:cNvSpPr txBox="1">
            <a:spLocks noGrp="1"/>
          </p:cNvSpPr>
          <p:nvPr>
            <p:ph type="title" idx="2"/>
            <p:custDataLst>
              <p:tags r:id="rId6"/>
            </p:custDataLst>
          </p:nvPr>
        </p:nvSpPr>
        <p:spPr>
          <a:xfrm>
            <a:off x="608330" y="1353185"/>
            <a:ext cx="5342255" cy="4762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panose="00000500000000000000" charset="-122"/>
              </a:defRPr>
            </a:lvl1pPr>
          </a:lstStyle>
          <a:p>
            <a:pPr lvl="0"/>
            <a:r>
              <a:rPr dirty="0">
                <a:sym typeface="+mn-ea"/>
              </a:rPr>
              <a:t>单击此处编辑母版标题样式</a:t>
            </a:r>
            <a:endParaRPr dirty="0">
              <a:sym typeface="+mn-ea"/>
            </a:endParaRPr>
          </a:p>
        </p:txBody>
      </p:sp>
      <p:sp>
        <p:nvSpPr>
          <p:cNvPr id="10" name="标题"/>
          <p:cNvSpPr txBox="1">
            <a:spLocks noGrp="1"/>
          </p:cNvSpPr>
          <p:nvPr>
            <p:ph type="title" idx="1"/>
            <p:custDataLst>
              <p:tags r:id="rId7"/>
            </p:custDataLst>
          </p:nvPr>
        </p:nvSpPr>
        <p:spPr>
          <a:xfrm>
            <a:off x="608400" y="330905"/>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1">
                        <a:lumMod val="50000"/>
                      </a:schemeClr>
                    </a:gs>
                  </a:gsLst>
                  <a:lin ang="2700000" scaled="0"/>
                </a:gradFill>
                <a:latin typeface="+mj-ea"/>
                <a:ea typeface="+mj-ea"/>
                <a:cs typeface="MiSans Normal" panose="00000500000000000000" charset="-122"/>
              </a:defRPr>
            </a:lvl1pPr>
          </a:lstStyle>
          <a:p>
            <a:pPr lvl="0"/>
            <a:r>
              <a:rPr dirty="0">
                <a:sym typeface="+mn-ea"/>
              </a:rPr>
              <a:t>单击此处编辑母版标题样式</a:t>
            </a:r>
            <a:endParaRPr dirty="0">
              <a:sym typeface="+mn-ea"/>
            </a:endParaRPr>
          </a:p>
        </p:txBody>
      </p:sp>
      <p:sp>
        <p:nvSpPr>
          <p:cNvPr id="7" name="日期占位符 6"/>
          <p:cNvSpPr>
            <a:spLocks noGrp="1"/>
          </p:cNvSpPr>
          <p:nvPr>
            <p:ph type="dt" sz="half" idx="10"/>
            <p:custDataLst>
              <p:tags r:id="rId8"/>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8" name="页脚占位符 7"/>
          <p:cNvSpPr>
            <a:spLocks noGrp="1"/>
          </p:cNvSpPr>
          <p:nvPr>
            <p:ph type="ftr" sz="quarter" idx="11"/>
            <p:custDataLst>
              <p:tags r:id="rId9"/>
            </p:custDataLst>
          </p:nvPr>
        </p:nvSpPr>
        <p:spPr>
          <a:xfrm>
            <a:off x="4116000" y="6314400"/>
            <a:ext cx="3960000" cy="316800"/>
          </a:xfrm>
        </p:spPr>
        <p:txBody>
          <a:bodyPr/>
          <a:lstStyle/>
          <a:p>
            <a:endParaRPr lang="zh-CN" altLang="en-US" dirty="0"/>
          </a:p>
        </p:txBody>
      </p:sp>
      <p:sp>
        <p:nvSpPr>
          <p:cNvPr id="9" name="灯片编号占位符 8"/>
          <p:cNvSpPr>
            <a:spLocks noGrp="1"/>
          </p:cNvSpPr>
          <p:nvPr>
            <p:ph type="sldNum" sz="quarter" idx="12"/>
            <p:custDataLst>
              <p:tags r:id="rId10"/>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cxnSp>
        <p:nvCxnSpPr>
          <p:cNvPr id="7" name="直接连接符 6"/>
          <p:cNvCxnSpPr/>
          <p:nvPr>
            <p:custDataLst>
              <p:tags r:id="rId2"/>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标题"/>
          <p:cNvSpPr txBox="1">
            <a:spLocks noGrp="1"/>
          </p:cNvSpPr>
          <p:nvPr>
            <p:ph type="title" idx="1"/>
            <p:custDataLst>
              <p:tags r:id="rId3"/>
            </p:custDataLst>
          </p:nvPr>
        </p:nvSpPr>
        <p:spPr>
          <a:xfrm>
            <a:off x="608400" y="330905"/>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1">
                        <a:lumMod val="50000"/>
                      </a:schemeClr>
                    </a:gs>
                  </a:gsLst>
                  <a:lin ang="2700000" scaled="0"/>
                </a:gradFill>
                <a:latin typeface="+mj-ea"/>
                <a:ea typeface="+mj-ea"/>
                <a:cs typeface="MiSans Normal" panose="00000500000000000000" charset="-122"/>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showMasterSp="0">
  <p:cSld name="仅内容">
    <p:spTree>
      <p:nvGrpSpPr>
        <p:cNvPr id="1" name=""/>
        <p:cNvGrpSpPr/>
        <p:nvPr/>
      </p:nvGrpSpPr>
      <p:grpSpPr>
        <a:xfrm>
          <a:off x="0" y="0"/>
          <a:ext cx="0" cy="0"/>
          <a:chOff x="0" y="0"/>
          <a:chExt cx="0" cy="0"/>
        </a:xfrm>
      </p:grpSpPr>
      <p:sp>
        <p:nvSpPr>
          <p:cNvPr id="7" name="正文"/>
          <p:cNvSpPr txBox="1">
            <a:spLocks noGrp="1"/>
          </p:cNvSpPr>
          <p:nvPr>
            <p:ph idx="1"/>
            <p:custDataLst>
              <p:tags r:id="rId2"/>
            </p:custDataLst>
          </p:nvPr>
        </p:nvSpPr>
        <p:spPr>
          <a:xfrm>
            <a:off x="608330" y="608330"/>
            <a:ext cx="10968990" cy="564832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4" name="日期占位符 3"/>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showMasterSp="0">
  <p:cSld name="标题和副标题">
    <p:spTree>
      <p:nvGrpSpPr>
        <p:cNvPr id="1" name=""/>
        <p:cNvGrpSpPr/>
        <p:nvPr/>
      </p:nvGrpSpPr>
      <p:grpSpPr>
        <a:xfrm>
          <a:off x="0" y="0"/>
          <a:ext cx="0" cy="0"/>
          <a:chOff x="0" y="0"/>
          <a:chExt cx="0" cy="0"/>
        </a:xfrm>
      </p:grpSpPr>
      <p:cxnSp>
        <p:nvCxnSpPr>
          <p:cNvPr id="8" name="直接连接符 7"/>
          <p:cNvCxnSpPr/>
          <p:nvPr>
            <p:custDataLst>
              <p:tags r:id="rId2"/>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副标题"/>
          <p:cNvSpPr txBox="1">
            <a:spLocks noGrp="1"/>
          </p:cNvSpPr>
          <p:nvPr>
            <p:ph type="body" idx="2" hasCustomPrompt="1"/>
            <p:custDataLst>
              <p:tags r:id="rId3"/>
            </p:custDataLst>
          </p:nvPr>
        </p:nvSpPr>
        <p:spPr>
          <a:xfrm>
            <a:off x="608400" y="1030605"/>
            <a:ext cx="10968990" cy="50355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mj-ea"/>
                <a:ea typeface="+mj-ea"/>
                <a:cs typeface="MiSans Normal" panose="00000500000000000000" charset="-122"/>
              </a:defRPr>
            </a:lvl1pPr>
          </a:lstStyle>
          <a:p>
            <a:pPr lvl="0" algn="l"/>
            <a:r>
              <a:rPr>
                <a:sym typeface="+mn-ea"/>
              </a:rPr>
              <a:t>单击此处编辑母版副标题样式</a:t>
            </a:r>
            <a:endParaRPr>
              <a:sym typeface="+mn-ea"/>
            </a:endParaRPr>
          </a:p>
        </p:txBody>
      </p:sp>
      <p:sp>
        <p:nvSpPr>
          <p:cNvPr id="6" name="标题"/>
          <p:cNvSpPr txBox="1">
            <a:spLocks noGrp="1"/>
          </p:cNvSpPr>
          <p:nvPr>
            <p:ph type="title" idx="1"/>
            <p:custDataLst>
              <p:tags r:id="rId4"/>
            </p:custDataLst>
          </p:nvPr>
        </p:nvSpPr>
        <p:spPr>
          <a:xfrm>
            <a:off x="608400" y="330905"/>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1">
                        <a:lumMod val="50000"/>
                      </a:schemeClr>
                    </a:gs>
                  </a:gsLst>
                  <a:lin ang="2700000" scaled="0"/>
                </a:gradFill>
                <a:latin typeface="+mj-ea"/>
                <a:ea typeface="+mj-ea"/>
                <a:cs typeface="MiSans Normal" panose="00000500000000000000" charset="-122"/>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4" name="页脚占位符 3"/>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cxnSp>
        <p:nvCxnSpPr>
          <p:cNvPr id="12" name="直接连接符 11"/>
          <p:cNvCxnSpPr/>
          <p:nvPr>
            <p:custDataLst>
              <p:tags r:id="rId2"/>
            </p:custDataLst>
          </p:nvPr>
        </p:nvCxnSpPr>
        <p:spPr>
          <a:xfrm>
            <a:off x="461890" y="4495"/>
            <a:ext cx="0" cy="685355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a:off x="492369" y="6295487"/>
            <a:ext cx="1118381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4"/>
            </p:custDataLst>
          </p:nvPr>
        </p:nvCxnSpPr>
        <p:spPr>
          <a:xfrm>
            <a:off x="505167" y="574430"/>
            <a:ext cx="1168683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VCG41172951964"/>
          <p:cNvPicPr>
            <a:picLocks noChangeAspect="1"/>
          </p:cNvPicPr>
          <p:nvPr>
            <p:custDataLst>
              <p:tags r:id="rId5"/>
            </p:custDataLst>
          </p:nvPr>
        </p:nvPicPr>
        <p:blipFill rotWithShape="1">
          <a:blip r:embed="rId6">
            <a:alphaModFix amt="14000"/>
            <a:extLst>
              <a:ext uri="{BEBA8EAE-BF5A-486C-A8C5-ECC9F3942E4B}">
                <a14:imgProps xmlns:a14="http://schemas.microsoft.com/office/drawing/2010/main">
                  <a14:imgLayer r:embed="rId7">
                    <a14:imgEffect>
                      <a14:sharpenSoften amount="-100000"/>
                    </a14:imgEffect>
                  </a14:imgLayer>
                </a14:imgProps>
              </a:ext>
            </a:extLst>
          </a:blip>
          <a:srcRect b="5546"/>
          <a:stretch>
            <a:fillRect/>
          </a:stretch>
        </p:blipFill>
        <p:spPr>
          <a:xfrm>
            <a:off x="9565991" y="3138078"/>
            <a:ext cx="2627604" cy="3719922"/>
          </a:xfrm>
          <a:prstGeom prst="rect">
            <a:avLst/>
          </a:prstGeom>
        </p:spPr>
      </p:pic>
      <p:sp>
        <p:nvSpPr>
          <p:cNvPr id="16" name="VCG211375358076"/>
          <p:cNvSpPr/>
          <p:nvPr>
            <p:custDataLst>
              <p:tags r:id="rId8"/>
            </p:custDataLst>
          </p:nvPr>
        </p:nvSpPr>
        <p:spPr>
          <a:xfrm>
            <a:off x="1710690" y="994410"/>
            <a:ext cx="2967990" cy="4873625"/>
          </a:xfrm>
          <a:prstGeom prst="roundRect">
            <a:avLst>
              <a:gd name="adj" fmla="val 50000"/>
            </a:avLst>
          </a:prstGeom>
          <a:blipFill>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charset="-122"/>
            </a:endParaRPr>
          </a:p>
        </p:txBody>
      </p:sp>
      <p:sp>
        <p:nvSpPr>
          <p:cNvPr id="17" name="矩形: 圆角 16"/>
          <p:cNvSpPr/>
          <p:nvPr>
            <p:custDataLst>
              <p:tags r:id="rId10"/>
            </p:custDataLst>
          </p:nvPr>
        </p:nvSpPr>
        <p:spPr>
          <a:xfrm>
            <a:off x="1553845" y="874395"/>
            <a:ext cx="3237865" cy="5131435"/>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charset="-122"/>
            </a:endParaRPr>
          </a:p>
        </p:txBody>
      </p:sp>
      <p:sp>
        <p:nvSpPr>
          <p:cNvPr id="18" name="椭圆 17"/>
          <p:cNvSpPr/>
          <p:nvPr>
            <p:custDataLst>
              <p:tags r:id="rId11"/>
            </p:custDataLst>
          </p:nvPr>
        </p:nvSpPr>
        <p:spPr>
          <a:xfrm>
            <a:off x="4510405" y="1584960"/>
            <a:ext cx="154940" cy="154940"/>
          </a:xfrm>
          <a:prstGeom prst="ellipse">
            <a:avLst/>
          </a:prstGeom>
          <a:solidFill>
            <a:schemeClr val="accent1"/>
          </a:solidFill>
          <a:ln w="28575">
            <a:solidFill>
              <a:srgbClr val="F6FB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charset="-122"/>
            </a:endParaRPr>
          </a:p>
        </p:txBody>
      </p:sp>
      <p:sp>
        <p:nvSpPr>
          <p:cNvPr id="19" name="椭圆 18"/>
          <p:cNvSpPr/>
          <p:nvPr>
            <p:custDataLst>
              <p:tags r:id="rId12"/>
            </p:custDataLst>
          </p:nvPr>
        </p:nvSpPr>
        <p:spPr>
          <a:xfrm>
            <a:off x="1511935" y="4551045"/>
            <a:ext cx="154940" cy="154940"/>
          </a:xfrm>
          <a:prstGeom prst="ellipse">
            <a:avLst/>
          </a:prstGeom>
          <a:solidFill>
            <a:schemeClr val="accent1"/>
          </a:solidFill>
          <a:ln w="28575">
            <a:solidFill>
              <a:srgbClr val="F6FB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panose="00000500000000000000" charset="-122"/>
            </a:endParaRPr>
          </a:p>
        </p:txBody>
      </p:sp>
      <p:cxnSp>
        <p:nvCxnSpPr>
          <p:cNvPr id="20" name="直接连接符 19"/>
          <p:cNvCxnSpPr/>
          <p:nvPr>
            <p:custDataLst>
              <p:tags r:id="rId13"/>
            </p:custDataLst>
          </p:nvPr>
        </p:nvCxnSpPr>
        <p:spPr>
          <a:xfrm>
            <a:off x="11690254" y="574430"/>
            <a:ext cx="0" cy="628357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署名"/>
          <p:cNvSpPr txBox="1">
            <a:spLocks noGrp="1"/>
          </p:cNvSpPr>
          <p:nvPr>
            <p:ph type="body" idx="2"/>
            <p:custDataLst>
              <p:tags r:id="rId14"/>
            </p:custDataLst>
          </p:nvPr>
        </p:nvSpPr>
        <p:spPr>
          <a:xfrm>
            <a:off x="5807075" y="4437380"/>
            <a:ext cx="5518150" cy="1350645"/>
          </a:xfrm>
          <a:prstGeom prst="rect">
            <a:avLst/>
          </a:prstGeom>
          <a:noFill/>
        </p:spPr>
        <p:txBody>
          <a:bodyPr vert="horz" wrap="square" lIns="0" tIns="0" rIns="0" bIns="0" rtlCol="0" anchor="t" anchorCtr="0">
            <a:normAutofit/>
          </a:bodyPr>
          <a:lstStyle>
            <a:lvl1pPr marL="0" marR="0" algn="l" defTabSz="914400" rtl="0" eaLnBrk="1" fontAlgn="auto" latinLnBrk="0" hangingPunct="1">
              <a:lnSpc>
                <a:spcPct val="150000"/>
              </a:lnSpc>
              <a:buClrTx/>
              <a:buSzTx/>
              <a:buFontTx/>
              <a:buNone/>
              <a:defRPr kumimoji="0" lang="zh-CN" altLang="en-US" sz="1600" b="0" i="0" u="none" strike="noStrike" kern="1200" cap="none" spc="150" normalizeH="0" baseline="0" noProof="1" dirty="0">
                <a:solidFill>
                  <a:schemeClr val="accent1"/>
                </a:solidFill>
                <a:latin typeface="+mj-ea"/>
                <a:ea typeface="+mj-ea"/>
                <a:cs typeface="MiSans Normal" panose="00000500000000000000" charset="-122"/>
              </a:defRPr>
            </a:lvl1pPr>
          </a:lstStyle>
          <a:p>
            <a:pPr lvl="0" algn="l">
              <a:lnSpc>
                <a:spcPct val="150000"/>
              </a:lnSpc>
            </a:pPr>
            <a:r>
              <a:rPr dirty="0">
                <a:sym typeface="+mn-ea"/>
              </a:rPr>
              <a:t>单击此处编辑母版文本样式</a:t>
            </a:r>
            <a:endParaRPr dirty="0">
              <a:sym typeface="+mn-ea"/>
            </a:endParaRPr>
          </a:p>
        </p:txBody>
      </p:sp>
      <p:sp>
        <p:nvSpPr>
          <p:cNvPr id="7" name="标题"/>
          <p:cNvSpPr txBox="1">
            <a:spLocks noGrp="1"/>
          </p:cNvSpPr>
          <p:nvPr>
            <p:ph type="title" idx="1" hasCustomPrompt="1"/>
            <p:custDataLst>
              <p:tags r:id="rId15"/>
            </p:custDataLst>
          </p:nvPr>
        </p:nvSpPr>
        <p:spPr>
          <a:xfrm>
            <a:off x="5793009" y="1584960"/>
            <a:ext cx="5532120" cy="2480842"/>
          </a:xfrm>
          <a:prstGeom prst="rect">
            <a:avLst/>
          </a:prstGeom>
          <a:noFill/>
        </p:spPr>
        <p:txBody>
          <a:bodyPr vert="horz" wrap="square" lIns="0" tIns="0" rIns="0" bIns="0" rtlCol="0" anchor="b" anchorCtr="0">
            <a:normAutofit/>
          </a:bodyPr>
          <a:lstStyle>
            <a:lvl1pPr marL="0" marR="0" algn="l" defTabSz="914400" rtl="0" eaLnBrk="1" fontAlgn="auto" latinLnBrk="0" hangingPunct="1">
              <a:lnSpc>
                <a:spcPct val="100000"/>
              </a:lnSpc>
              <a:buClrTx/>
              <a:buSzTx/>
              <a:buFontTx/>
              <a:buNone/>
              <a:defRPr kumimoji="0" sz="8000" b="1" i="0" u="none" strike="noStrike" kern="1200" cap="none" spc="300" normalizeH="0" baseline="0" noProof="1" dirty="0">
                <a:gradFill>
                  <a:gsLst>
                    <a:gs pos="100000">
                      <a:schemeClr val="accent1"/>
                    </a:gs>
                    <a:gs pos="0">
                      <a:schemeClr val="accent1">
                        <a:lumMod val="75000"/>
                      </a:schemeClr>
                    </a:gs>
                  </a:gsLst>
                  <a:lin ang="8100000" scaled="0"/>
                </a:gradFill>
                <a:latin typeface="+mj-ea"/>
                <a:ea typeface="+mj-ea"/>
                <a:cs typeface="+mj-ea"/>
              </a:defRPr>
            </a:lvl1pPr>
          </a:lstStyle>
          <a:p>
            <a:pPr lvl="0"/>
            <a:r>
              <a:rPr dirty="0">
                <a:sym typeface="+mn-ea"/>
              </a:rPr>
              <a:t>编辑标题</a:t>
            </a:r>
            <a:endParaRPr dirty="0">
              <a:sym typeface="+mn-ea"/>
            </a:endParaRPr>
          </a:p>
        </p:txBody>
      </p:sp>
      <p:sp>
        <p:nvSpPr>
          <p:cNvPr id="4" name="日期占位符 3"/>
          <p:cNvSpPr>
            <a:spLocks noGrp="1"/>
          </p:cNvSpPr>
          <p:nvPr>
            <p:ph type="dt" sz="half" idx="10"/>
            <p:custDataLst>
              <p:tags r:id="rId16"/>
            </p:custDataLst>
          </p:nvPr>
        </p:nvSpPr>
        <p:spPr>
          <a:xfrm>
            <a:off x="612000" y="6314400"/>
            <a:ext cx="2700000" cy="316800"/>
          </a:xfrm>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custDataLst>
              <p:tags r:id="rId17"/>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8"/>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9" Type="http://schemas.openxmlformats.org/officeDocument/2006/relationships/theme" Target="../theme/theme2.xml"/><Relationship Id="rId18" Type="http://schemas.openxmlformats.org/officeDocument/2006/relationships/tags" Target="../tags/tag159.xml"/><Relationship Id="rId17" Type="http://schemas.openxmlformats.org/officeDocument/2006/relationships/tags" Target="../tags/tag158.xml"/><Relationship Id="rId16" Type="http://schemas.openxmlformats.org/officeDocument/2006/relationships/tags" Target="../tags/tag157.xml"/><Relationship Id="rId15" Type="http://schemas.openxmlformats.org/officeDocument/2006/relationships/tags" Target="../tags/tag156.xml"/><Relationship Id="rId14" Type="http://schemas.openxmlformats.org/officeDocument/2006/relationships/tags" Target="../tags/tag155.xml"/><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8" name="直接连接符 7"/>
          <p:cNvCxnSpPr/>
          <p:nvPr>
            <p:custDataLst>
              <p:tags r:id="rId12"/>
            </p:custDataLst>
          </p:nvPr>
        </p:nvCxnSpPr>
        <p:spPr>
          <a:xfrm>
            <a:off x="0" y="961888"/>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日期占位符 9"/>
          <p:cNvSpPr>
            <a:spLocks noGrp="1"/>
          </p:cNvSpPr>
          <p:nvPr>
            <p:ph type="dt" sz="half" idx="10"/>
            <p:custDataLst>
              <p:tags r:id="rId13"/>
            </p:custDataLst>
          </p:nvPr>
        </p:nvSpPr>
        <p:spPr>
          <a:xfrm>
            <a:off x="612000" y="6314400"/>
            <a:ext cx="2700000" cy="316800"/>
          </a:xfrm>
        </p:spPr>
        <p:txBody>
          <a:bodyPr/>
          <a:lstStyle>
            <a:lvl1pPr>
              <a:defRPr>
                <a:cs typeface="MiSans Normal" panose="00000500000000000000" charset="-122"/>
              </a:defRPr>
            </a:lvl1pPr>
          </a:lstStyle>
          <a:p>
            <a:fld id="{760FBDFE-C587-4B4C-A407-44438C67B59E}" type="datetimeFigureOut">
              <a:rPr lang="zh-CN" altLang="en-US" smtClean="0"/>
            </a:fld>
            <a:endParaRPr lang="zh-CN" altLang="en-US" dirty="0"/>
          </a:p>
        </p:txBody>
      </p:sp>
      <p:sp>
        <p:nvSpPr>
          <p:cNvPr id="11" name="页脚占位符 10"/>
          <p:cNvSpPr>
            <a:spLocks noGrp="1"/>
          </p:cNvSpPr>
          <p:nvPr>
            <p:ph type="ftr" sz="quarter" idx="11"/>
            <p:custDataLst>
              <p:tags r:id="rId14"/>
            </p:custDataLst>
          </p:nvPr>
        </p:nvSpPr>
        <p:spPr>
          <a:xfrm>
            <a:off x="4116000" y="6314400"/>
            <a:ext cx="3960000" cy="316800"/>
          </a:xfrm>
        </p:spPr>
        <p:txBody>
          <a:bodyPr/>
          <a:lstStyle>
            <a:lvl1pPr>
              <a:defRPr>
                <a:cs typeface="MiSans Normal" panose="00000500000000000000" charset="-122"/>
              </a:defRPr>
            </a:lvl1pPr>
          </a:lstStyle>
          <a:p>
            <a:endParaRPr lang="zh-CN" altLang="en-US" dirty="0"/>
          </a:p>
        </p:txBody>
      </p:sp>
      <p:sp>
        <p:nvSpPr>
          <p:cNvPr id="12" name="灯片编号占位符 11"/>
          <p:cNvSpPr>
            <a:spLocks noGrp="1"/>
          </p:cNvSpPr>
          <p:nvPr>
            <p:ph type="sldNum" sz="quarter" idx="12"/>
            <p:custDataLst>
              <p:tags r:id="rId15"/>
            </p:custDataLst>
          </p:nvPr>
        </p:nvSpPr>
        <p:spPr>
          <a:xfrm>
            <a:off x="8877600" y="6314400"/>
            <a:ext cx="2700000" cy="316800"/>
          </a:xfrm>
        </p:spPr>
        <p:txBody>
          <a:bodyPr/>
          <a:lstStyle>
            <a:lvl1pPr>
              <a:defRPr>
                <a:cs typeface="MiSans Normal" panose="00000500000000000000" charset="-122"/>
              </a:defRPr>
            </a:lvl1pPr>
          </a:lstStyle>
          <a:p>
            <a:fld id="{49AE70B2-8BF9-45C0-BB95-33D1B9D3A854}" type="slidenum">
              <a:rPr lang="zh-CN" altLang="en-US" smtClean="0"/>
            </a:fld>
            <a:endParaRPr lang="zh-CN" altLang="en-US" dirty="0"/>
          </a:p>
        </p:txBody>
      </p:sp>
      <p:sp>
        <p:nvSpPr>
          <p:cNvPr id="2" name="文本占位符 1"/>
          <p:cNvSpPr>
            <a:spLocks noGrp="1"/>
          </p:cNvSpPr>
          <p:nvPr>
            <p:ph type="body" idx="21"/>
            <p:custDataLst>
              <p:tags r:id="rId16"/>
            </p:custDataLst>
          </p:nvPr>
        </p:nvSpPr>
        <p:spPr>
          <a:xfrm>
            <a:off x="608330" y="1359535"/>
            <a:ext cx="10968990" cy="4807585"/>
          </a:xfrm>
          <a:prstGeom prst="rect">
            <a:avLst/>
          </a:prstGeom>
          <a:ln>
            <a:noFill/>
            <a:prstDash val="sysDash"/>
          </a:ln>
        </p:spPr>
        <p:txBody>
          <a:bodyPr vert="horz" lIns="90000" tIns="46800" rIns="90000" bIns="46800" rtlCol="0">
            <a:normAutofit/>
          </a:bodyPr>
          <a:lstStyle/>
          <a:p>
            <a:pPr marR="0" lvl="0">
              <a:buClrTx/>
              <a:buSzTx/>
            </a:pPr>
            <a:r>
              <a:rPr lang="zh-CN" altLang="en-US" dirty="0"/>
              <a:t>单击此处编辑母版文本样式</a:t>
            </a:r>
            <a:endParaRPr lang="zh-CN" altLang="en-US" dirty="0"/>
          </a:p>
          <a:p>
            <a:pPr marR="0" lvl="1">
              <a:tabLst>
                <a:tab pos="1609725" algn="l"/>
              </a:tabLst>
            </a:pPr>
            <a:r>
              <a:rPr lang="zh-CN" altLang="en-US" dirty="0"/>
              <a:t>二级</a:t>
            </a:r>
            <a:endParaRPr lang="zh-CN" altLang="en-US" dirty="0"/>
          </a:p>
          <a:p>
            <a:pPr marR="0" lvl="2"/>
            <a:r>
              <a:rPr lang="zh-CN" altLang="en-US" dirty="0"/>
              <a:t>三级</a:t>
            </a:r>
            <a:endParaRPr lang="zh-CN" altLang="en-US" dirty="0"/>
          </a:p>
          <a:p>
            <a:pPr marR="0" lvl="3"/>
            <a:r>
              <a:rPr lang="zh-CN" altLang="en-US" dirty="0"/>
              <a:t>四级</a:t>
            </a:r>
            <a:endParaRPr lang="zh-CN" altLang="en-US" dirty="0"/>
          </a:p>
          <a:p>
            <a:pPr marR="0" lvl="4"/>
            <a:r>
              <a:rPr lang="zh-CN" altLang="en-US" dirty="0"/>
              <a:t>五级</a:t>
            </a:r>
            <a:endParaRPr lang="zh-CN" altLang="en-US" dirty="0"/>
          </a:p>
        </p:txBody>
      </p:sp>
      <p:sp>
        <p:nvSpPr>
          <p:cNvPr id="3" name="标题占位符 2"/>
          <p:cNvSpPr>
            <a:spLocks noGrp="1"/>
          </p:cNvSpPr>
          <p:nvPr>
            <p:ph type="title"/>
            <p:custDataLst>
              <p:tags r:id="rId17"/>
            </p:custDataLst>
          </p:nvPr>
        </p:nvSpPr>
        <p:spPr>
          <a:xfrm>
            <a:off x="614680" y="365126"/>
            <a:ext cx="10962640" cy="596762"/>
          </a:xfrm>
          <a:prstGeom prst="rect">
            <a:avLst/>
          </a:prstGeom>
          <a:noFill/>
          <a:ln>
            <a:noFill/>
            <a:prstDash val="sysDash"/>
          </a:ln>
        </p:spPr>
        <p:txBody>
          <a:bodyPr vert="horz" wrap="square" lIns="91440" tIns="45720" rIns="91440" bIns="45720" rtlCol="0" anchor="ctr">
            <a:normAutofit/>
          </a:bodyPr>
          <a:lstStyle/>
          <a:p>
            <a:pPr marL="0" marR="0" lvl="0">
              <a:buClrTx/>
              <a:buSzTx/>
              <a:buFontTx/>
            </a:pPr>
            <a:r>
              <a:rPr lang="zh-CN" altLang="en-US" dirty="0"/>
              <a:t>单击此处编辑母版标题样式</a:t>
            </a:r>
            <a:endParaRPr lang="zh-CN" altLang="en-US" dirty="0"/>
          </a:p>
        </p:txBody>
      </p:sp>
      <p:sp>
        <p:nvSpPr>
          <p:cNvPr id="4" name="KSO_TEMPLATE" hidden="1"/>
          <p:cNvSpPr/>
          <p:nvPr userDrawn="1">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kumimoji="0" lang="zh-CN" altLang="en-US" sz="3600" b="1" i="0" u="none" strike="noStrike" kern="1200" cap="none" spc="300" normalizeH="0" baseline="0" dirty="0" smtClean="0">
          <a:ln>
            <a:noFill/>
            <a:prstDash val="sysDot"/>
          </a:ln>
          <a:gradFill>
            <a:gsLst>
              <a:gs pos="0">
                <a:schemeClr val="accent1"/>
              </a:gs>
              <a:gs pos="100000">
                <a:schemeClr val="accent1">
                  <a:lumMod val="50000"/>
                </a:schemeClr>
              </a:gs>
            </a:gsLst>
            <a:lin ang="2700000" scaled="0"/>
          </a:gradFill>
          <a:uFillTx/>
          <a:latin typeface="+mj-ea"/>
          <a:ea typeface="+mj-ea"/>
          <a:cs typeface="MiSans Normal" panose="00000500000000000000"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kumimoji="0" lang="zh-CN" altLang="en-US" sz="1600" b="0" i="0" u="none" strike="noStrike" kern="1200" cap="none" spc="150" normalizeH="0" baseline="0" dirty="0">
          <a:solidFill>
            <a:schemeClr val="tx1">
              <a:lumMod val="65000"/>
              <a:lumOff val="35000"/>
            </a:schemeClr>
          </a:solidFill>
          <a:uFillTx/>
          <a:latin typeface="+mn-ea"/>
          <a:ea typeface="+mn-ea"/>
          <a:cs typeface="MiSans Normal" panose="000005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n-ea"/>
          <a:ea typeface="+mn-ea"/>
          <a:cs typeface="MiSans Normal" panose="000005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dirty="0">
          <a:solidFill>
            <a:schemeClr val="tx1">
              <a:lumMod val="65000"/>
              <a:lumOff val="35000"/>
            </a:schemeClr>
          </a:solidFill>
          <a:uFillTx/>
          <a:latin typeface="+mn-ea"/>
          <a:ea typeface="+mn-ea"/>
          <a:cs typeface="MiSans Normal" panose="000005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dirty="0">
          <a:solidFill>
            <a:schemeClr val="tx1">
              <a:lumMod val="65000"/>
              <a:lumOff val="35000"/>
            </a:schemeClr>
          </a:solidFill>
          <a:uFillTx/>
          <a:latin typeface="+mn-ea"/>
          <a:ea typeface="+mn-ea"/>
          <a:cs typeface="MiSans Normal" panose="0000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s>
</file>

<file path=ppt/slides/_rels/slide2.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tags" Target="../tags/tag171.xml"/><Relationship Id="rId7" Type="http://schemas.openxmlformats.org/officeDocument/2006/relationships/tags" Target="../tags/tag170.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2" Type="http://schemas.openxmlformats.org/officeDocument/2006/relationships/notesSlide" Target="../notesSlides/notesSlide1.xml"/><Relationship Id="rId11" Type="http://schemas.openxmlformats.org/officeDocument/2006/relationships/slideLayout" Target="../slideLayouts/slideLayout14.xml"/><Relationship Id="rId10" Type="http://schemas.openxmlformats.org/officeDocument/2006/relationships/tags" Target="../tags/tag173.xml"/><Relationship Id="rId1" Type="http://schemas.openxmlformats.org/officeDocument/2006/relationships/tags" Target="../tags/tag164.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78.xml"/><Relationship Id="rId1" Type="http://schemas.openxmlformats.org/officeDocument/2006/relationships/tags" Target="../tags/tag177.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6.xml"/><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s>
</file>

<file path=ppt/slides/_rels/slide7.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1" Type="http://schemas.openxmlformats.org/officeDocument/2006/relationships/slideLayout" Target="../slideLayouts/slideLayout18.xml"/><Relationship Id="rId50" Type="http://schemas.openxmlformats.org/officeDocument/2006/relationships/tags" Target="../tags/tag223.xml"/><Relationship Id="rId5" Type="http://schemas.openxmlformats.org/officeDocument/2006/relationships/tags" Target="../tags/tag190.xml"/><Relationship Id="rId49" Type="http://schemas.openxmlformats.org/officeDocument/2006/relationships/image" Target="../media/image15.svg"/><Relationship Id="rId48" Type="http://schemas.openxmlformats.org/officeDocument/2006/relationships/image" Target="../media/image14.png"/><Relationship Id="rId47" Type="http://schemas.openxmlformats.org/officeDocument/2006/relationships/tags" Target="../tags/tag222.xml"/><Relationship Id="rId46" Type="http://schemas.openxmlformats.org/officeDocument/2006/relationships/image" Target="../media/image13.svg"/><Relationship Id="rId45" Type="http://schemas.openxmlformats.org/officeDocument/2006/relationships/image" Target="../media/image12.png"/><Relationship Id="rId44" Type="http://schemas.openxmlformats.org/officeDocument/2006/relationships/tags" Target="../tags/tag221.xml"/><Relationship Id="rId43" Type="http://schemas.openxmlformats.org/officeDocument/2006/relationships/image" Target="../media/image11.svg"/><Relationship Id="rId42" Type="http://schemas.openxmlformats.org/officeDocument/2006/relationships/image" Target="../media/image10.png"/><Relationship Id="rId41" Type="http://schemas.openxmlformats.org/officeDocument/2006/relationships/tags" Target="../tags/tag220.xml"/><Relationship Id="rId40" Type="http://schemas.openxmlformats.org/officeDocument/2006/relationships/image" Target="../media/image9.svg"/><Relationship Id="rId4" Type="http://schemas.openxmlformats.org/officeDocument/2006/relationships/tags" Target="../tags/tag189.xml"/><Relationship Id="rId39" Type="http://schemas.openxmlformats.org/officeDocument/2006/relationships/image" Target="../media/image8.png"/><Relationship Id="rId38" Type="http://schemas.openxmlformats.org/officeDocument/2006/relationships/tags" Target="../tags/tag219.xml"/><Relationship Id="rId37" Type="http://schemas.openxmlformats.org/officeDocument/2006/relationships/image" Target="../media/image7.svg"/><Relationship Id="rId36" Type="http://schemas.openxmlformats.org/officeDocument/2006/relationships/image" Target="../media/image6.png"/><Relationship Id="rId35" Type="http://schemas.openxmlformats.org/officeDocument/2006/relationships/tags" Target="../tags/tag218.xml"/><Relationship Id="rId34" Type="http://schemas.openxmlformats.org/officeDocument/2006/relationships/image" Target="../media/image5.svg"/><Relationship Id="rId33" Type="http://schemas.openxmlformats.org/officeDocument/2006/relationships/image" Target="../media/image4.png"/><Relationship Id="rId32" Type="http://schemas.openxmlformats.org/officeDocument/2006/relationships/tags" Target="../tags/tag217.xml"/><Relationship Id="rId31" Type="http://schemas.openxmlformats.org/officeDocument/2006/relationships/tags" Target="../tags/tag216.xml"/><Relationship Id="rId30" Type="http://schemas.openxmlformats.org/officeDocument/2006/relationships/tags" Target="../tags/tag215.xml"/><Relationship Id="rId3" Type="http://schemas.openxmlformats.org/officeDocument/2006/relationships/tags" Target="../tags/tag188.xml"/><Relationship Id="rId29" Type="http://schemas.openxmlformats.org/officeDocument/2006/relationships/tags" Target="../tags/tag214.xml"/><Relationship Id="rId28" Type="http://schemas.openxmlformats.org/officeDocument/2006/relationships/tags" Target="../tags/tag213.xml"/><Relationship Id="rId27" Type="http://schemas.openxmlformats.org/officeDocument/2006/relationships/tags" Target="../tags/tag212.xml"/><Relationship Id="rId26" Type="http://schemas.openxmlformats.org/officeDocument/2006/relationships/tags" Target="../tags/tag211.xml"/><Relationship Id="rId25" Type="http://schemas.openxmlformats.org/officeDocument/2006/relationships/tags" Target="../tags/tag210.xml"/><Relationship Id="rId24" Type="http://schemas.openxmlformats.org/officeDocument/2006/relationships/tags" Target="../tags/tag209.xml"/><Relationship Id="rId23" Type="http://schemas.openxmlformats.org/officeDocument/2006/relationships/tags" Target="../tags/tag208.xml"/><Relationship Id="rId22" Type="http://schemas.openxmlformats.org/officeDocument/2006/relationships/tags" Target="../tags/tag207.xml"/><Relationship Id="rId21" Type="http://schemas.openxmlformats.org/officeDocument/2006/relationships/tags" Target="../tags/tag206.xml"/><Relationship Id="rId20" Type="http://schemas.openxmlformats.org/officeDocument/2006/relationships/tags" Target="../tags/tag205.xml"/><Relationship Id="rId2" Type="http://schemas.openxmlformats.org/officeDocument/2006/relationships/tags" Target="../tags/tag187.xml"/><Relationship Id="rId19" Type="http://schemas.openxmlformats.org/officeDocument/2006/relationships/tags" Target="../tags/tag204.xml"/><Relationship Id="rId18" Type="http://schemas.openxmlformats.org/officeDocument/2006/relationships/tags" Target="../tags/tag203.xml"/><Relationship Id="rId17" Type="http://schemas.openxmlformats.org/officeDocument/2006/relationships/tags" Target="../tags/tag202.xml"/><Relationship Id="rId16" Type="http://schemas.openxmlformats.org/officeDocument/2006/relationships/tags" Target="../tags/tag201.xml"/><Relationship Id="rId15" Type="http://schemas.openxmlformats.org/officeDocument/2006/relationships/tags" Target="../tags/tag200.xml"/><Relationship Id="rId14" Type="http://schemas.openxmlformats.org/officeDocument/2006/relationships/tags" Target="../tags/tag199.xml"/><Relationship Id="rId13" Type="http://schemas.openxmlformats.org/officeDocument/2006/relationships/tags" Target="../tags/tag198.xml"/><Relationship Id="rId12" Type="http://schemas.openxmlformats.org/officeDocument/2006/relationships/tags" Target="../tags/tag197.xml"/><Relationship Id="rId11" Type="http://schemas.openxmlformats.org/officeDocument/2006/relationships/tags" Target="../tags/tag196.xml"/><Relationship Id="rId10" Type="http://schemas.openxmlformats.org/officeDocument/2006/relationships/tags" Target="../tags/tag195.xml"/><Relationship Id="rId1" Type="http://schemas.openxmlformats.org/officeDocument/2006/relationships/tags" Target="../tags/tag186.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s>
</file>

<file path=ppt/slides/_rels/slide9.xml.rels><?xml version="1.0" encoding="UTF-8" standalone="yes"?>
<Relationships xmlns="http://schemas.openxmlformats.org/package/2006/relationships"><Relationship Id="rId9" Type="http://schemas.openxmlformats.org/officeDocument/2006/relationships/tags" Target="../tags/tag235.xml"/><Relationship Id="rId8" Type="http://schemas.openxmlformats.org/officeDocument/2006/relationships/tags" Target="../tags/tag234.xml"/><Relationship Id="rId7" Type="http://schemas.openxmlformats.org/officeDocument/2006/relationships/tags" Target="../tags/tag233.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6" Type="http://schemas.openxmlformats.org/officeDocument/2006/relationships/notesSlide" Target="../notesSlides/notesSlide2.xml"/><Relationship Id="rId35" Type="http://schemas.openxmlformats.org/officeDocument/2006/relationships/slideLayout" Target="../slideLayouts/slideLayout18.xml"/><Relationship Id="rId34" Type="http://schemas.openxmlformats.org/officeDocument/2006/relationships/tags" Target="../tags/tag252.xml"/><Relationship Id="rId33" Type="http://schemas.openxmlformats.org/officeDocument/2006/relationships/image" Target="../media/image22.svg"/><Relationship Id="rId32" Type="http://schemas.openxmlformats.org/officeDocument/2006/relationships/image" Target="../media/image6.png"/><Relationship Id="rId31" Type="http://schemas.openxmlformats.org/officeDocument/2006/relationships/tags" Target="../tags/tag251.xml"/><Relationship Id="rId30" Type="http://schemas.openxmlformats.org/officeDocument/2006/relationships/image" Target="../media/image21.svg"/><Relationship Id="rId3" Type="http://schemas.openxmlformats.org/officeDocument/2006/relationships/tags" Target="../tags/tag229.xml"/><Relationship Id="rId29" Type="http://schemas.openxmlformats.org/officeDocument/2006/relationships/image" Target="../media/image20.png"/><Relationship Id="rId28" Type="http://schemas.openxmlformats.org/officeDocument/2006/relationships/tags" Target="../tags/tag250.xml"/><Relationship Id="rId27" Type="http://schemas.openxmlformats.org/officeDocument/2006/relationships/image" Target="../media/image19.svg"/><Relationship Id="rId26" Type="http://schemas.openxmlformats.org/officeDocument/2006/relationships/image" Target="../media/image18.png"/><Relationship Id="rId25" Type="http://schemas.openxmlformats.org/officeDocument/2006/relationships/tags" Target="../tags/tag249.xml"/><Relationship Id="rId24" Type="http://schemas.openxmlformats.org/officeDocument/2006/relationships/tags" Target="../tags/tag248.xml"/><Relationship Id="rId23" Type="http://schemas.openxmlformats.org/officeDocument/2006/relationships/image" Target="../media/image17.svg"/><Relationship Id="rId22" Type="http://schemas.openxmlformats.org/officeDocument/2006/relationships/image" Target="../media/image16.png"/><Relationship Id="rId21" Type="http://schemas.openxmlformats.org/officeDocument/2006/relationships/tags" Target="../tags/tag247.xml"/><Relationship Id="rId20" Type="http://schemas.openxmlformats.org/officeDocument/2006/relationships/tags" Target="../tags/tag246.xml"/><Relationship Id="rId2" Type="http://schemas.openxmlformats.org/officeDocument/2006/relationships/tags" Target="../tags/tag228.xml"/><Relationship Id="rId19" Type="http://schemas.openxmlformats.org/officeDocument/2006/relationships/tags" Target="../tags/tag245.xml"/><Relationship Id="rId18" Type="http://schemas.openxmlformats.org/officeDocument/2006/relationships/tags" Target="../tags/tag244.xml"/><Relationship Id="rId17" Type="http://schemas.openxmlformats.org/officeDocument/2006/relationships/tags" Target="../tags/tag243.xml"/><Relationship Id="rId16" Type="http://schemas.openxmlformats.org/officeDocument/2006/relationships/tags" Target="../tags/tag242.xml"/><Relationship Id="rId15" Type="http://schemas.openxmlformats.org/officeDocument/2006/relationships/tags" Target="../tags/tag241.xml"/><Relationship Id="rId14" Type="http://schemas.openxmlformats.org/officeDocument/2006/relationships/tags" Target="../tags/tag240.xml"/><Relationship Id="rId13" Type="http://schemas.openxmlformats.org/officeDocument/2006/relationships/tags" Target="../tags/tag239.xml"/><Relationship Id="rId12" Type="http://schemas.openxmlformats.org/officeDocument/2006/relationships/tags" Target="../tags/tag238.xml"/><Relationship Id="rId11" Type="http://schemas.openxmlformats.org/officeDocument/2006/relationships/tags" Target="../tags/tag237.xml"/><Relationship Id="rId10" Type="http://schemas.openxmlformats.org/officeDocument/2006/relationships/tags" Target="../tags/tag236.xml"/><Relationship Id="rId1" Type="http://schemas.openxmlformats.org/officeDocument/2006/relationships/tags" Target="../tags/tag227.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7.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5.xml"/><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s>
</file>

<file path=ppt/slides/_rels/slide12.xml.rels><?xml version="1.0" encoding="UTF-8" standalone="yes"?>
<Relationships xmlns="http://schemas.openxmlformats.org/package/2006/relationships"><Relationship Id="rId9" Type="http://schemas.openxmlformats.org/officeDocument/2006/relationships/tags" Target="../tags/tag269.xml"/><Relationship Id="rId8" Type="http://schemas.openxmlformats.org/officeDocument/2006/relationships/tags" Target="../tags/tag268.xml"/><Relationship Id="rId7" Type="http://schemas.openxmlformats.org/officeDocument/2006/relationships/tags" Target="../tags/tag267.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2" Type="http://schemas.openxmlformats.org/officeDocument/2006/relationships/slideLayout" Target="../slideLayouts/slideLayout18.xml"/><Relationship Id="rId11" Type="http://schemas.openxmlformats.org/officeDocument/2006/relationships/tags" Target="../tags/tag271.xml"/><Relationship Id="rId10" Type="http://schemas.openxmlformats.org/officeDocument/2006/relationships/tags" Target="../tags/tag270.xml"/><Relationship Id="rId1" Type="http://schemas.openxmlformats.org/officeDocument/2006/relationships/tags" Target="../tags/tag261.xml"/></Relationships>
</file>

<file path=ppt/slides/_rels/slide13.xml.rels><?xml version="1.0" encoding="UTF-8" standalone="yes"?>
<Relationships xmlns="http://schemas.openxmlformats.org/package/2006/relationships"><Relationship Id="rId9" Type="http://schemas.openxmlformats.org/officeDocument/2006/relationships/tags" Target="../tags/tag277.xml"/><Relationship Id="rId8" Type="http://schemas.openxmlformats.org/officeDocument/2006/relationships/image" Target="../media/image25.jpeg"/><Relationship Id="rId7" Type="http://schemas.openxmlformats.org/officeDocument/2006/relationships/tags" Target="../tags/tag276.xml"/><Relationship Id="rId6" Type="http://schemas.openxmlformats.org/officeDocument/2006/relationships/tags" Target="../tags/tag275.xml"/><Relationship Id="rId5" Type="http://schemas.openxmlformats.org/officeDocument/2006/relationships/image" Target="../media/image24.jpeg"/><Relationship Id="rId4" Type="http://schemas.openxmlformats.org/officeDocument/2006/relationships/tags" Target="../tags/tag274.xml"/><Relationship Id="rId3" Type="http://schemas.openxmlformats.org/officeDocument/2006/relationships/image" Target="../media/image23.jpeg"/><Relationship Id="rId2" Type="http://schemas.openxmlformats.org/officeDocument/2006/relationships/tags" Target="../tags/tag273.xml"/><Relationship Id="rId12" Type="http://schemas.openxmlformats.org/officeDocument/2006/relationships/slideLayout" Target="../slideLayouts/slideLayout18.xml"/><Relationship Id="rId11" Type="http://schemas.openxmlformats.org/officeDocument/2006/relationships/tags" Target="../tags/tag278.xml"/><Relationship Id="rId10" Type="http://schemas.openxmlformats.org/officeDocument/2006/relationships/image" Target="../media/image26.jpeg"/><Relationship Id="rId1" Type="http://schemas.openxmlformats.org/officeDocument/2006/relationships/tags" Target="../tags/tag272.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2.xml"/><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占位符 26"/>
          <p:cNvSpPr>
            <a:spLocks noGrp="1"/>
          </p:cNvSpPr>
          <p:nvPr>
            <p:ph type="body" idx="3"/>
            <p:custDataLst>
              <p:tags r:id="rId1"/>
            </p:custDataLst>
          </p:nvPr>
        </p:nvSpPr>
        <p:spPr/>
        <p:txBody>
          <a:bodyPr/>
          <a:lstStyle/>
          <a:p>
            <a:pPr marL="0" indent="-228600" algn="l">
              <a:lnSpc>
                <a:spcPct val="150000"/>
              </a:lnSpc>
              <a:spcBef>
                <a:spcPts val="0"/>
              </a:spcBef>
              <a:spcAft>
                <a:spcPts val="1000"/>
              </a:spcAft>
              <a:buSzPct val="100000"/>
            </a:pPr>
            <a:r>
              <a:rPr lang="zh-CN" altLang="en-US" sz="1600" dirty="0"/>
              <a:t>汇报人：侯志杰</a:t>
            </a:r>
            <a:endParaRPr lang="zh-CN" altLang="en-US" sz="1600" dirty="0"/>
          </a:p>
        </p:txBody>
      </p:sp>
      <p:sp>
        <p:nvSpPr>
          <p:cNvPr id="28" name="文本占位符 6"/>
          <p:cNvSpPr>
            <a:spLocks noGrp="1"/>
          </p:cNvSpPr>
          <p:nvPr>
            <p:ph type="body" idx="2"/>
            <p:custDataLst>
              <p:tags r:id="rId2"/>
            </p:custDataLst>
          </p:nvPr>
        </p:nvSpPr>
        <p:spPr>
          <a:prstGeom prst="rect">
            <a:avLst/>
          </a:prstGeom>
          <a:noFill/>
          <a:ln>
            <a:noFill/>
            <a:prstDash val="sysDash"/>
          </a:ln>
        </p:spPr>
        <p:txBody>
          <a:bodyPr/>
          <a:p>
            <a:r>
              <a:rPr lang="zh-CN" altLang="en-US">
                <a:ea typeface="+mn-ea"/>
              </a:rPr>
              <a:t>医疗器械智能营销报价助手</a:t>
            </a:r>
            <a:endParaRPr lang="zh-CN" altLang="en-US">
              <a:ea typeface="+mn-ea"/>
            </a:endParaRPr>
          </a:p>
        </p:txBody>
      </p:sp>
      <p:sp>
        <p:nvSpPr>
          <p:cNvPr id="29" name="标题 28"/>
          <p:cNvSpPr>
            <a:spLocks noGrp="1"/>
          </p:cNvSpPr>
          <p:nvPr>
            <p:ph type="title" idx="1"/>
            <p:custDataLst>
              <p:tags r:id="rId3"/>
            </p:custDataLst>
          </p:nvPr>
        </p:nvSpPr>
        <p:spPr/>
        <p:txBody>
          <a:bodyPr/>
          <a:lstStyle/>
          <a:p>
            <a:pPr marL="0" indent="0" algn="l">
              <a:lnSpc>
                <a:spcPct val="100000"/>
              </a:lnSpc>
              <a:spcBef>
                <a:spcPts val="0"/>
              </a:spcBef>
              <a:spcAft>
                <a:spcPts val="0"/>
              </a:spcAft>
              <a:buSzPct val="100000"/>
            </a:pPr>
            <a:r>
              <a:rPr lang="zh-CN" altLang="en-US" sz="5400" dirty="0"/>
              <a:t>项目答辩</a:t>
            </a:r>
            <a:endParaRPr lang="zh-CN" altLang="en-US" sz="5400" dirty="0"/>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3"/>
            <p:custDataLst>
              <p:tags r:id="rId1"/>
            </p:custDataLst>
          </p:nvPr>
        </p:nvSpPr>
        <p:spPr/>
        <p:txBody>
          <a:bodyPr/>
          <a:lstStyle/>
          <a:p>
            <a:r>
              <a:rPr lang="zh-CN" altLang="en-US" dirty="0"/>
              <a:t>目录</a:t>
            </a:r>
            <a:endParaRPr lang="zh-CN" altLang="en-US" dirty="0"/>
          </a:p>
        </p:txBody>
      </p:sp>
      <p:sp>
        <p:nvSpPr>
          <p:cNvPr id="15" name="序号"/>
          <p:cNvSpPr txBox="1"/>
          <p:nvPr>
            <p:custDataLst>
              <p:tags r:id="rId2"/>
            </p:custDataLst>
          </p:nvPr>
        </p:nvSpPr>
        <p:spPr>
          <a:xfrm>
            <a:off x="3240272" y="2070708"/>
            <a:ext cx="685165" cy="685165"/>
          </a:xfrm>
          <a:prstGeom prst="ellipse">
            <a:avLst/>
          </a:prstGeom>
          <a:noFill/>
          <a:ln w="12700">
            <a:solidFill>
              <a:schemeClr val="accent1"/>
            </a:solidFill>
          </a:ln>
        </p:spPr>
        <p:txBody>
          <a:bodyPr wrap="square" lIns="0" tIns="0" rIns="0" bIns="0" rtlCol="0" anchor="ctr">
            <a:normAutofit/>
          </a:bodyPr>
          <a:lstStyle/>
          <a:p>
            <a:pPr algn="ctr">
              <a:lnSpc>
                <a:spcPct val="120000"/>
              </a:lnSpc>
            </a:pPr>
            <a:r>
              <a:rPr lang="en-US" sz="2000" b="1" dirty="0">
                <a:solidFill>
                  <a:schemeClr val="accent1"/>
                </a:solidFill>
                <a:latin typeface="+mj-ea"/>
                <a:ea typeface="+mj-ea"/>
                <a:cs typeface="MiSans Normal" panose="00000500000000000000" charset="-122"/>
              </a:rPr>
              <a:t>01</a:t>
            </a:r>
            <a:endParaRPr lang="en-US" sz="2000" b="1" dirty="0">
              <a:solidFill>
                <a:schemeClr val="accent1"/>
              </a:solidFill>
              <a:latin typeface="+mj-ea"/>
              <a:ea typeface="+mj-ea"/>
              <a:cs typeface="MiSans Normal" panose="00000500000000000000" charset="-122"/>
            </a:endParaRPr>
          </a:p>
        </p:txBody>
      </p:sp>
      <p:sp>
        <p:nvSpPr>
          <p:cNvPr id="16" name="标题"/>
          <p:cNvSpPr txBox="1"/>
          <p:nvPr>
            <p:custDataLst>
              <p:tags r:id="rId3"/>
            </p:custDataLst>
          </p:nvPr>
        </p:nvSpPr>
        <p:spPr>
          <a:xfrm>
            <a:off x="4170680" y="1742440"/>
            <a:ext cx="2904490" cy="1343025"/>
          </a:xfrm>
          <a:prstGeom prst="rect">
            <a:avLst/>
          </a:prstGeom>
          <a:noFill/>
        </p:spPr>
        <p:txBody>
          <a:bodyPr wrap="square" lIns="0" tIns="0" rIns="0" bIns="0" rtlCol="0" anchor="ctr">
            <a:normAutofit/>
          </a:bodyPr>
          <a:lstStyle/>
          <a:p>
            <a:pPr>
              <a:lnSpc>
                <a:spcPct val="90000"/>
              </a:lnSpc>
            </a:pPr>
            <a:r>
              <a:rPr lang="zh-CN" altLang="en-US" sz="2400" spc="300" dirty="0">
                <a:solidFill>
                  <a:schemeClr val="tx1">
                    <a:lumMod val="75000"/>
                    <a:lumOff val="25000"/>
                  </a:schemeClr>
                </a:solidFill>
                <a:latin typeface="+mj-ea"/>
                <a:ea typeface="+mj-ea"/>
                <a:cs typeface="MiSans Normal" panose="00000500000000000000" charset="-122"/>
              </a:rPr>
              <a:t>项目简介</a:t>
            </a:r>
            <a:endParaRPr lang="zh-CN" altLang="en-US" sz="2400" spc="300" dirty="0">
              <a:solidFill>
                <a:schemeClr val="tx1">
                  <a:lumMod val="75000"/>
                  <a:lumOff val="25000"/>
                </a:schemeClr>
              </a:solidFill>
              <a:latin typeface="+mj-ea"/>
              <a:ea typeface="+mj-ea"/>
              <a:cs typeface="MiSans Normal" panose="00000500000000000000" charset="-122"/>
            </a:endParaRPr>
          </a:p>
        </p:txBody>
      </p:sp>
      <p:sp>
        <p:nvSpPr>
          <p:cNvPr id="4" name="序号"/>
          <p:cNvSpPr txBox="1"/>
          <p:nvPr>
            <p:custDataLst>
              <p:tags r:id="rId4"/>
            </p:custDataLst>
          </p:nvPr>
        </p:nvSpPr>
        <p:spPr>
          <a:xfrm>
            <a:off x="7432447" y="2070708"/>
            <a:ext cx="685165" cy="685165"/>
          </a:xfrm>
          <a:prstGeom prst="ellipse">
            <a:avLst/>
          </a:prstGeom>
          <a:noFill/>
          <a:ln w="12700">
            <a:solidFill>
              <a:schemeClr val="accent1"/>
            </a:solidFill>
          </a:ln>
        </p:spPr>
        <p:txBody>
          <a:bodyPr wrap="square" lIns="0" tIns="0" rIns="0" bIns="0" rtlCol="0" anchor="ctr">
            <a:normAutofit/>
          </a:bodyPr>
          <a:lstStyle/>
          <a:p>
            <a:pPr algn="ctr">
              <a:lnSpc>
                <a:spcPct val="120000"/>
              </a:lnSpc>
            </a:pPr>
            <a:r>
              <a:rPr lang="en-US" sz="2000" b="1" dirty="0">
                <a:solidFill>
                  <a:schemeClr val="accent1"/>
                </a:solidFill>
                <a:latin typeface="+mj-ea"/>
                <a:ea typeface="+mj-ea"/>
                <a:cs typeface="MiSans Normal" panose="00000500000000000000" charset="-122"/>
              </a:rPr>
              <a:t>02</a:t>
            </a:r>
            <a:endParaRPr lang="en-US" sz="2000" b="1" dirty="0">
              <a:solidFill>
                <a:schemeClr val="accent1"/>
              </a:solidFill>
              <a:latin typeface="+mj-ea"/>
              <a:ea typeface="+mj-ea"/>
              <a:cs typeface="MiSans Normal" panose="00000500000000000000" charset="-122"/>
            </a:endParaRPr>
          </a:p>
        </p:txBody>
      </p:sp>
      <p:sp>
        <p:nvSpPr>
          <p:cNvPr id="31" name="标题"/>
          <p:cNvSpPr txBox="1"/>
          <p:nvPr>
            <p:custDataLst>
              <p:tags r:id="rId5"/>
            </p:custDataLst>
          </p:nvPr>
        </p:nvSpPr>
        <p:spPr>
          <a:xfrm>
            <a:off x="8255635" y="1821180"/>
            <a:ext cx="2904490" cy="1343025"/>
          </a:xfrm>
          <a:prstGeom prst="rect">
            <a:avLst/>
          </a:prstGeom>
          <a:noFill/>
        </p:spPr>
        <p:txBody>
          <a:bodyPr wrap="square" lIns="0" tIns="0" rIns="0" bIns="0" rtlCol="0" anchor="ctr">
            <a:normAutofit/>
          </a:bodyPr>
          <a:lstStyle/>
          <a:p>
            <a:pPr>
              <a:lnSpc>
                <a:spcPct val="90000"/>
              </a:lnSpc>
            </a:pPr>
            <a:r>
              <a:rPr lang="zh-CN" altLang="en-US" sz="2400" spc="300" dirty="0">
                <a:solidFill>
                  <a:schemeClr val="tx1">
                    <a:lumMod val="75000"/>
                    <a:lumOff val="25000"/>
                  </a:schemeClr>
                </a:solidFill>
                <a:latin typeface="+mj-ea"/>
                <a:ea typeface="+mj-ea"/>
                <a:cs typeface="MiSans Normal" panose="00000500000000000000" charset="-122"/>
              </a:rPr>
              <a:t>项目全流程运行</a:t>
            </a:r>
            <a:endParaRPr lang="zh-CN" altLang="en-US" sz="2400" spc="300" dirty="0">
              <a:solidFill>
                <a:schemeClr val="tx1">
                  <a:lumMod val="75000"/>
                  <a:lumOff val="25000"/>
                </a:schemeClr>
              </a:solidFill>
              <a:latin typeface="+mj-ea"/>
              <a:ea typeface="+mj-ea"/>
              <a:cs typeface="MiSans Normal" panose="00000500000000000000" charset="-122"/>
            </a:endParaRPr>
          </a:p>
        </p:txBody>
      </p:sp>
      <p:sp>
        <p:nvSpPr>
          <p:cNvPr id="33" name="序号"/>
          <p:cNvSpPr txBox="1"/>
          <p:nvPr>
            <p:custDataLst>
              <p:tags r:id="rId6"/>
            </p:custDataLst>
          </p:nvPr>
        </p:nvSpPr>
        <p:spPr>
          <a:xfrm>
            <a:off x="3240272" y="3802768"/>
            <a:ext cx="685165" cy="685165"/>
          </a:xfrm>
          <a:prstGeom prst="ellipse">
            <a:avLst/>
          </a:prstGeom>
          <a:noFill/>
          <a:ln w="12700">
            <a:solidFill>
              <a:schemeClr val="accent1"/>
            </a:solidFill>
          </a:ln>
        </p:spPr>
        <p:txBody>
          <a:bodyPr wrap="square" lIns="0" tIns="0" rIns="0" bIns="0" rtlCol="0" anchor="ctr">
            <a:normAutofit/>
          </a:bodyPr>
          <a:lstStyle/>
          <a:p>
            <a:pPr algn="ctr">
              <a:lnSpc>
                <a:spcPct val="120000"/>
              </a:lnSpc>
            </a:pPr>
            <a:r>
              <a:rPr lang="en-US" sz="2000" b="1" dirty="0">
                <a:solidFill>
                  <a:schemeClr val="accent1"/>
                </a:solidFill>
                <a:latin typeface="+mj-ea"/>
                <a:ea typeface="+mj-ea"/>
                <a:cs typeface="MiSans Normal" panose="00000500000000000000" charset="-122"/>
              </a:rPr>
              <a:t>03</a:t>
            </a:r>
            <a:endParaRPr lang="en-US" sz="2000" b="1" dirty="0">
              <a:solidFill>
                <a:schemeClr val="accent1"/>
              </a:solidFill>
              <a:latin typeface="+mj-ea"/>
              <a:ea typeface="+mj-ea"/>
              <a:cs typeface="MiSans Normal" panose="00000500000000000000" charset="-122"/>
            </a:endParaRPr>
          </a:p>
        </p:txBody>
      </p:sp>
      <p:sp>
        <p:nvSpPr>
          <p:cNvPr id="35" name="标题"/>
          <p:cNvSpPr txBox="1"/>
          <p:nvPr>
            <p:custDataLst>
              <p:tags r:id="rId7"/>
            </p:custDataLst>
          </p:nvPr>
        </p:nvSpPr>
        <p:spPr>
          <a:xfrm>
            <a:off x="4170680" y="3474085"/>
            <a:ext cx="2904490" cy="1343025"/>
          </a:xfrm>
          <a:prstGeom prst="rect">
            <a:avLst/>
          </a:prstGeom>
          <a:noFill/>
        </p:spPr>
        <p:txBody>
          <a:bodyPr wrap="square" lIns="0" tIns="0" rIns="0" bIns="0" rtlCol="0" anchor="ctr">
            <a:normAutofit/>
          </a:bodyPr>
          <a:lstStyle/>
          <a:p>
            <a:pPr>
              <a:lnSpc>
                <a:spcPct val="90000"/>
              </a:lnSpc>
            </a:pPr>
            <a:r>
              <a:rPr lang="zh-CN" altLang="en-US" sz="2400" spc="300" dirty="0">
                <a:solidFill>
                  <a:schemeClr val="tx1">
                    <a:lumMod val="75000"/>
                    <a:lumOff val="25000"/>
                  </a:schemeClr>
                </a:solidFill>
                <a:latin typeface="+mj-ea"/>
                <a:ea typeface="+mj-ea"/>
                <a:cs typeface="MiSans Normal" panose="00000500000000000000" charset="-122"/>
              </a:rPr>
              <a:t>项目架构与工具选择</a:t>
            </a:r>
            <a:endParaRPr lang="zh-CN" altLang="en-US" sz="2400" spc="300" dirty="0">
              <a:solidFill>
                <a:schemeClr val="tx1">
                  <a:lumMod val="75000"/>
                  <a:lumOff val="25000"/>
                </a:schemeClr>
              </a:solidFill>
              <a:latin typeface="+mj-ea"/>
              <a:ea typeface="+mj-ea"/>
              <a:cs typeface="MiSans Normal" panose="00000500000000000000" charset="-122"/>
            </a:endParaRPr>
          </a:p>
        </p:txBody>
      </p:sp>
      <p:sp>
        <p:nvSpPr>
          <p:cNvPr id="39" name="标题"/>
          <p:cNvSpPr txBox="1"/>
          <p:nvPr>
            <p:custDataLst>
              <p:tags r:id="rId8"/>
            </p:custDataLst>
          </p:nvPr>
        </p:nvSpPr>
        <p:spPr>
          <a:xfrm>
            <a:off x="8362950" y="3474085"/>
            <a:ext cx="2904490" cy="1343025"/>
          </a:xfrm>
          <a:prstGeom prst="rect">
            <a:avLst/>
          </a:prstGeom>
          <a:noFill/>
        </p:spPr>
        <p:txBody>
          <a:bodyPr wrap="square" lIns="0" tIns="0" rIns="0" bIns="0" rtlCol="0" anchor="ctr">
            <a:normAutofit/>
          </a:bodyPr>
          <a:lstStyle/>
          <a:p>
            <a:pPr>
              <a:lnSpc>
                <a:spcPct val="90000"/>
              </a:lnSpc>
            </a:pPr>
            <a:r>
              <a:rPr lang="zh-CN" altLang="en-US" sz="2400" spc="300" dirty="0">
                <a:solidFill>
                  <a:schemeClr val="tx1">
                    <a:lumMod val="75000"/>
                    <a:lumOff val="25000"/>
                  </a:schemeClr>
                </a:solidFill>
                <a:latin typeface="+mj-ea"/>
                <a:ea typeface="+mj-ea"/>
                <a:cs typeface="MiSans Normal" panose="00000500000000000000" charset="-122"/>
                <a:sym typeface="+mn-ea"/>
              </a:rPr>
              <a:t>项目的价值及意义</a:t>
            </a:r>
            <a:endParaRPr lang="zh-CN" altLang="en-US" sz="2400" spc="300" dirty="0">
              <a:solidFill>
                <a:schemeClr val="tx1">
                  <a:lumMod val="75000"/>
                  <a:lumOff val="25000"/>
                </a:schemeClr>
              </a:solidFill>
              <a:latin typeface="+mj-ea"/>
              <a:ea typeface="+mj-ea"/>
              <a:cs typeface="MiSans Normal" panose="00000500000000000000" charset="-122"/>
            </a:endParaRPr>
          </a:p>
        </p:txBody>
      </p:sp>
      <p:sp>
        <p:nvSpPr>
          <p:cNvPr id="5" name="序号"/>
          <p:cNvSpPr txBox="1"/>
          <p:nvPr>
            <p:custDataLst>
              <p:tags r:id="rId9"/>
            </p:custDataLst>
          </p:nvPr>
        </p:nvSpPr>
        <p:spPr>
          <a:xfrm>
            <a:off x="7432447" y="3802768"/>
            <a:ext cx="685165" cy="685165"/>
          </a:xfrm>
          <a:prstGeom prst="ellipse">
            <a:avLst/>
          </a:prstGeom>
          <a:noFill/>
          <a:ln w="12700">
            <a:solidFill>
              <a:schemeClr val="accent1"/>
            </a:solidFill>
          </a:ln>
        </p:spPr>
        <p:txBody>
          <a:bodyPr wrap="square" lIns="0" tIns="0" rIns="0" bIns="0" rtlCol="0" anchor="ctr">
            <a:normAutofit/>
          </a:bodyPr>
          <a:lstStyle/>
          <a:p>
            <a:pPr algn="ctr">
              <a:lnSpc>
                <a:spcPct val="120000"/>
              </a:lnSpc>
            </a:pPr>
            <a:r>
              <a:rPr lang="en-US" sz="2000" b="1" dirty="0">
                <a:solidFill>
                  <a:schemeClr val="accent1"/>
                </a:solidFill>
                <a:latin typeface="+mj-ea"/>
                <a:ea typeface="+mj-ea"/>
                <a:cs typeface="MiSans Normal" panose="00000500000000000000" charset="-122"/>
              </a:rPr>
              <a:t>04</a:t>
            </a:r>
            <a:endParaRPr lang="en-US" sz="2000" b="1" dirty="0">
              <a:solidFill>
                <a:schemeClr val="accent1"/>
              </a:solidFill>
              <a:latin typeface="+mj-ea"/>
              <a:ea typeface="+mj-ea"/>
              <a:cs typeface="MiSans Normal" panose="00000500000000000000" charset="-122"/>
            </a:endParaRPr>
          </a:p>
        </p:txBody>
      </p:sp>
    </p:spTree>
    <p:custDataLst>
      <p:tags r:id="rId10"/>
    </p:custData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5"/>
            <p:custDataLst>
              <p:tags r:id="rId1"/>
            </p:custDataLst>
          </p:nvPr>
        </p:nvSpPr>
        <p:spPr/>
        <p:txBody>
          <a:bodyPr/>
          <a:p>
            <a:r>
              <a:rPr lang="zh-CN" altLang="en-US"/>
              <a:t>项目简介</a:t>
            </a:r>
            <a:endParaRPr lang="zh-CN" altLang="en-US"/>
          </a:p>
        </p:txBody>
      </p:sp>
      <p:sp>
        <p:nvSpPr>
          <p:cNvPr id="3" name="文本占位符 2"/>
          <p:cNvSpPr>
            <a:spLocks noGrp="1"/>
          </p:cNvSpPr>
          <p:nvPr>
            <p:ph type="body" idx="1"/>
            <p:custDataLst>
              <p:tags r:id="rId2"/>
            </p:custDataLst>
          </p:nvPr>
        </p:nvSpPr>
        <p:spPr/>
        <p:txBody>
          <a:bodyPr/>
          <a:p>
            <a:r>
              <a:t>01</a:t>
            </a: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标题 15"/>
          <p:cNvSpPr txBox="1">
            <a:spLocks noGrp="1"/>
          </p:cNvSpPr>
          <p:nvPr>
            <p:ph type="title" idx="1"/>
            <p:custDataLst>
              <p:tags r:id="rId1"/>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1">
                        <a:lumMod val="50000"/>
                      </a:schemeClr>
                    </a:gs>
                  </a:gsLst>
                  <a:lin ang="2700000" scaled="0"/>
                </a:gradFill>
                <a:latin typeface="+mj-ea"/>
                <a:ea typeface="+mj-ea"/>
                <a:cs typeface="MiSans Normal" panose="00000500000000000000" charset="-122"/>
              </a:defRPr>
            </a:lvl1pPr>
          </a:lstStyle>
          <a:p>
            <a:pPr lvl="0" algn="l"/>
            <a:r>
              <a:rPr>
                <a:sym typeface="+mn-ea"/>
              </a:rPr>
              <a:t>项目概述</a:t>
            </a:r>
            <a:endParaRPr>
              <a:sym typeface="+mn-ea"/>
            </a:endParaRPr>
          </a:p>
        </p:txBody>
      </p:sp>
      <p:sp>
        <p:nvSpPr>
          <p:cNvPr id="19" name="文本框 18"/>
          <p:cNvSpPr txBox="1"/>
          <p:nvPr/>
        </p:nvSpPr>
        <p:spPr>
          <a:xfrm>
            <a:off x="608330" y="1186180"/>
            <a:ext cx="10968355" cy="5058410"/>
          </a:xfrm>
          <a:prstGeom prst="rect">
            <a:avLst/>
          </a:prstGeom>
        </p:spPr>
        <p:txBody>
          <a:bodyPr>
            <a:noAutofit/>
          </a:bodyPr>
          <a:p>
            <a:pPr marL="0" indent="304800" algn="l" defTabSz="266700">
              <a:lnSpc>
                <a:spcPct val="150000"/>
              </a:lnSpc>
              <a:spcBef>
                <a:spcPct val="0"/>
              </a:spcBef>
              <a:spcAft>
                <a:spcPct val="0"/>
              </a:spcAft>
            </a:pPr>
            <a:r>
              <a:rPr lang="zh-CN" altLang="en-US" sz="2000" b="0" i="0">
                <a:solidFill>
                  <a:srgbClr val="000000"/>
                </a:solidFill>
                <a:latin typeface="黑体" panose="02010609060101010101" charset="-122"/>
                <a:ea typeface="黑体" panose="02010609060101010101" charset="-122"/>
              </a:rPr>
              <a:t>我所在的企业接到了一个医疗器械智能营销报价智能体这样领域的项目。他们每天面临大量的客户重复咨询和定制文案撰写，人工成本极其高昂。他们曾试过市面上的通用</a:t>
            </a:r>
            <a:r>
              <a:rPr lang="en-US" altLang="zh-CN" sz="2000" b="0" i="0">
                <a:solidFill>
                  <a:srgbClr val="000000"/>
                </a:solidFill>
                <a:latin typeface="黑体" panose="02010609060101010101" charset="-122"/>
                <a:ea typeface="黑体" panose="02010609060101010101" charset="-122"/>
              </a:rPr>
              <a:t>AI </a:t>
            </a:r>
            <a:r>
              <a:rPr lang="zh-CN" altLang="en-US" sz="2000" b="0" i="0">
                <a:solidFill>
                  <a:srgbClr val="000000"/>
                </a:solidFill>
                <a:latin typeface="黑体" panose="02010609060101010101" charset="-122"/>
                <a:ea typeface="黑体" panose="02010609060101010101" charset="-122"/>
              </a:rPr>
              <a:t>助手，但通用 </a:t>
            </a:r>
            <a:r>
              <a:rPr lang="en-US" altLang="zh-CN" sz="2000" b="0" i="0">
                <a:solidFill>
                  <a:srgbClr val="000000"/>
                </a:solidFill>
                <a:latin typeface="黑体" panose="02010609060101010101" charset="-122"/>
                <a:ea typeface="黑体" panose="02010609060101010101" charset="-122"/>
              </a:rPr>
              <a:t>AI </a:t>
            </a:r>
            <a:r>
              <a:rPr lang="zh-CN" altLang="en-US" sz="2000" b="0" i="0">
                <a:solidFill>
                  <a:srgbClr val="000000"/>
                </a:solidFill>
                <a:latin typeface="黑体" panose="02010609060101010101" charset="-122"/>
                <a:ea typeface="黑体" panose="02010609060101010101" charset="-122"/>
              </a:rPr>
              <a:t>根本不懂他们那个细分行业的复杂政策和潜规则，回答总是浮于表面甚至给出错误指导。他们知道我一直在深入研究大模型微调和</a:t>
            </a:r>
            <a:r>
              <a:rPr lang="en-US" altLang="zh-CN" sz="2000" b="0" i="0">
                <a:solidFill>
                  <a:srgbClr val="000000"/>
                </a:solidFill>
                <a:latin typeface="黑体" panose="02010609060101010101" charset="-122"/>
                <a:ea typeface="黑体" panose="02010609060101010101" charset="-122"/>
              </a:rPr>
              <a:t>Agent </a:t>
            </a:r>
            <a:r>
              <a:rPr lang="zh-CN" altLang="en-US" sz="2000" b="0" i="0">
                <a:solidFill>
                  <a:srgbClr val="000000"/>
                </a:solidFill>
                <a:latin typeface="黑体" panose="02010609060101010101" charset="-122"/>
                <a:ea typeface="黑体" panose="02010609060101010101" charset="-122"/>
              </a:rPr>
              <a:t>开发，就请我帮忙看看能不能给他们量身打造一个‘懂行’（大模型知识库问答机器人）的</a:t>
            </a:r>
            <a:r>
              <a:rPr lang="en-US" altLang="zh-CN" sz="2000" b="0" i="0">
                <a:solidFill>
                  <a:srgbClr val="000000"/>
                </a:solidFill>
                <a:latin typeface="黑体" panose="02010609060101010101" charset="-122"/>
                <a:ea typeface="黑体" panose="02010609060101010101" charset="-122"/>
              </a:rPr>
              <a:t>AI </a:t>
            </a:r>
            <a:r>
              <a:rPr lang="zh-CN" altLang="en-US" sz="2000" b="0" i="0">
                <a:solidFill>
                  <a:srgbClr val="000000"/>
                </a:solidFill>
                <a:latin typeface="黑体" panose="02010609060101010101" charset="-122"/>
                <a:ea typeface="黑体" panose="02010609060101010101" charset="-122"/>
              </a:rPr>
              <a:t>专家。我就帮他从头搭建了这套端到端系统：先把他们积累的几千份历史优秀客服对话和专业文档收集起来做数据清洗，用</a:t>
            </a:r>
            <a:r>
              <a:rPr lang="en-US" altLang="zh-CN" sz="2000" b="0" i="0">
                <a:solidFill>
                  <a:srgbClr val="000000"/>
                </a:solidFill>
                <a:latin typeface="黑体" panose="02010609060101010101" charset="-122"/>
                <a:ea typeface="黑体" panose="02010609060101010101" charset="-122"/>
              </a:rPr>
              <a:t>LoRA </a:t>
            </a:r>
            <a:r>
              <a:rPr lang="zh-CN" altLang="en-US" sz="2000" b="0" i="0">
                <a:solidFill>
                  <a:srgbClr val="000000"/>
                </a:solidFill>
                <a:latin typeface="黑体" panose="02010609060101010101" charset="-122"/>
                <a:ea typeface="黑体" panose="02010609060101010101" charset="-122"/>
              </a:rPr>
              <a:t>微调了一个专属领域模型，再用 </a:t>
            </a:r>
            <a:r>
              <a:rPr lang="en-US" altLang="zh-CN" sz="2000" b="0" i="0">
                <a:solidFill>
                  <a:srgbClr val="000000"/>
                </a:solidFill>
                <a:latin typeface="黑体" panose="02010609060101010101" charset="-122"/>
                <a:ea typeface="黑体" panose="02010609060101010101" charset="-122"/>
              </a:rPr>
              <a:t>vLLM </a:t>
            </a:r>
            <a:r>
              <a:rPr lang="zh-CN" altLang="en-US" sz="2000" b="0" i="0">
                <a:solidFill>
                  <a:srgbClr val="000000"/>
                </a:solidFill>
                <a:latin typeface="黑体" panose="02010609060101010101" charset="-122"/>
                <a:ea typeface="黑体" panose="02010609060101010101" charset="-122"/>
              </a:rPr>
              <a:t>进行加速部署，最后通过 </a:t>
            </a:r>
            <a:r>
              <a:rPr lang="en-US" altLang="zh-CN" sz="2000" b="0" i="0">
                <a:solidFill>
                  <a:srgbClr val="000000"/>
                </a:solidFill>
                <a:latin typeface="黑体" panose="02010609060101010101" charset="-122"/>
                <a:ea typeface="黑体" panose="02010609060101010101" charset="-122"/>
              </a:rPr>
              <a:t>Dify </a:t>
            </a:r>
            <a:r>
              <a:rPr lang="zh-CN" altLang="en-US" sz="2000" b="0" i="0">
                <a:solidFill>
                  <a:srgbClr val="000000"/>
                </a:solidFill>
                <a:latin typeface="黑体" panose="02010609060101010101" charset="-122"/>
                <a:ea typeface="黑体" panose="02010609060101010101" charset="-122"/>
              </a:rPr>
              <a:t>封装成具备外部工具调用（查询库存、自动算报价）的 </a:t>
            </a:r>
            <a:r>
              <a:rPr lang="en-US" altLang="zh-CN" sz="2000" b="0" i="0">
                <a:solidFill>
                  <a:srgbClr val="000000"/>
                </a:solidFill>
                <a:latin typeface="黑体" panose="02010609060101010101" charset="-122"/>
                <a:ea typeface="黑体" panose="02010609060101010101" charset="-122"/>
              </a:rPr>
              <a:t>Agent</a:t>
            </a:r>
            <a:r>
              <a:rPr lang="zh-CN" altLang="en-US" sz="2000" b="0" i="0">
                <a:solidFill>
                  <a:srgbClr val="000000"/>
                </a:solidFill>
                <a:latin typeface="黑体" panose="02010609060101010101" charset="-122"/>
                <a:ea typeface="黑体" panose="02010609060101010101" charset="-122"/>
              </a:rPr>
              <a:t>，直接接入他们的微信客服和飞书或者网页前端的方式。他团队用上之后，客服流失率大幅下降，响应效率提升了数倍</a:t>
            </a:r>
            <a:r>
              <a:rPr lang="zh-CN" altLang="en-US" sz="2000" i="0">
                <a:solidFill>
                  <a:srgbClr val="777777"/>
                </a:solidFill>
                <a:latin typeface="黑体" panose="02010609060101010101" charset="-122"/>
                <a:ea typeface="黑体" panose="02010609060101010101" charset="-122"/>
              </a:rPr>
              <a:t>。</a:t>
            </a:r>
            <a:endParaRPr lang="zh-CN" altLang="en-US" sz="2000" i="0">
              <a:solidFill>
                <a:srgbClr val="777777"/>
              </a:solidFill>
              <a:latin typeface="黑体" panose="02010609060101010101" charset="-122"/>
              <a:ea typeface="黑体" panose="02010609060101010101" charset="-122"/>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5"/>
            <p:custDataLst>
              <p:tags r:id="rId1"/>
            </p:custDataLst>
          </p:nvPr>
        </p:nvSpPr>
        <p:spPr/>
        <p:txBody>
          <a:bodyPr/>
          <a:p>
            <a:r>
              <a:rPr dirty="0">
                <a:cs typeface="MiSans Normal" panose="00000500000000000000" charset="-122"/>
                <a:sym typeface="+mn-ea"/>
              </a:rPr>
              <a:t>项目全流程运行</a:t>
            </a:r>
            <a:endParaRPr lang="zh-CN" altLang="en-US"/>
          </a:p>
        </p:txBody>
      </p:sp>
      <p:sp>
        <p:nvSpPr>
          <p:cNvPr id="3" name="文本占位符 2"/>
          <p:cNvSpPr>
            <a:spLocks noGrp="1"/>
          </p:cNvSpPr>
          <p:nvPr>
            <p:ph type="body" idx="1"/>
            <p:custDataLst>
              <p:tags r:id="rId2"/>
            </p:custDataLst>
          </p:nvPr>
        </p:nvSpPr>
        <p:spPr/>
        <p:txBody>
          <a:bodyPr/>
          <a:p>
            <a:r>
              <a:t>02</a:t>
            </a: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3"/>
            <p:custDataLst>
              <p:tags r:id="rId1"/>
            </p:custDataLst>
          </p:nvPr>
        </p:nvSpPr>
        <p:spPr/>
        <p:txBody>
          <a:bodyPr/>
          <a:p>
            <a:r>
              <a:rPr>
                <a:solidFill>
                  <a:srgbClr val="333333"/>
                </a:solidFill>
                <a:latin typeface="黑体" panose="02010609060101010101" charset="-122"/>
                <a:ea typeface="黑体" panose="02010609060101010101" charset="-122"/>
                <a:cs typeface="黑体" panose="02010609060101010101" charset="-122"/>
                <a:sym typeface="+mn-ea"/>
              </a:rPr>
              <a:t>线上实时工作流</a:t>
            </a:r>
            <a:endParaRPr>
              <a:solidFill>
                <a:srgbClr val="333333"/>
              </a:solidFill>
              <a:latin typeface="黑体" panose="02010609060101010101" charset="-122"/>
              <a:ea typeface="黑体" panose="02010609060101010101" charset="-122"/>
              <a:cs typeface="黑体" panose="02010609060101010101" charset="-122"/>
              <a:sym typeface="+mn-ea"/>
            </a:endParaRPr>
          </a:p>
          <a:p>
            <a:r>
              <a:rPr>
                <a:solidFill>
                  <a:srgbClr val="333333"/>
                </a:solidFill>
                <a:latin typeface="黑体" panose="02010609060101010101" charset="-122"/>
                <a:ea typeface="黑体" panose="02010609060101010101" charset="-122"/>
                <a:cs typeface="黑体" panose="02010609060101010101" charset="-122"/>
                <a:sym typeface="+mn-ea"/>
              </a:rPr>
              <a:t>用户或者员工从微信或者网页前段发送一条消息通过后端服务首先进入</a:t>
            </a:r>
            <a:r>
              <a:rPr lang="en-US" altLang="zh-CN">
                <a:solidFill>
                  <a:srgbClr val="333333"/>
                </a:solidFill>
                <a:latin typeface="黑体" panose="02010609060101010101" charset="-122"/>
                <a:ea typeface="黑体" panose="02010609060101010101" charset="-122"/>
                <a:cs typeface="黑体" panose="02010609060101010101" charset="-122"/>
                <a:sym typeface="+mn-ea"/>
              </a:rPr>
              <a:t>Dify</a:t>
            </a:r>
            <a:r>
              <a:rPr>
                <a:solidFill>
                  <a:srgbClr val="333333"/>
                </a:solidFill>
                <a:latin typeface="黑体" panose="02010609060101010101" charset="-122"/>
                <a:ea typeface="黑体" panose="02010609060101010101" charset="-122"/>
                <a:cs typeface="黑体" panose="02010609060101010101" charset="-122"/>
                <a:sym typeface="+mn-ea"/>
              </a:rPr>
              <a:t>的编排大脑</a:t>
            </a:r>
            <a:endParaRPr>
              <a:solidFill>
                <a:srgbClr val="333333"/>
              </a:solidFill>
              <a:latin typeface="黑体" panose="02010609060101010101" charset="-122"/>
              <a:ea typeface="黑体" panose="02010609060101010101" charset="-122"/>
              <a:cs typeface="黑体" panose="02010609060101010101" charset="-122"/>
              <a:sym typeface="+mn-ea"/>
            </a:endParaRPr>
          </a:p>
          <a:p>
            <a:r>
              <a:rPr>
                <a:solidFill>
                  <a:srgbClr val="333333"/>
                </a:solidFill>
                <a:latin typeface="黑体" panose="02010609060101010101" charset="-122"/>
                <a:ea typeface="黑体" panose="02010609060101010101" charset="-122"/>
                <a:cs typeface="黑体" panose="02010609060101010101" charset="-122"/>
                <a:sym typeface="+mn-ea"/>
              </a:rPr>
              <a:t>大脑先进行用户意图的识别与上下文的关联并立刻去向量知识库汇总精准捞出最相关的私有企业知识从而反馈给前端的用户</a:t>
            </a:r>
            <a:endParaRPr>
              <a:solidFill>
                <a:srgbClr val="333333"/>
              </a:solidFill>
              <a:latin typeface="黑体" panose="02010609060101010101" charset="-122"/>
              <a:ea typeface="黑体" panose="02010609060101010101" charset="-122"/>
              <a:cs typeface="黑体" panose="02010609060101010101" charset="-122"/>
              <a:sym typeface="+mn-ea"/>
            </a:endParaRPr>
          </a:p>
          <a:p>
            <a:r>
              <a:rPr>
                <a:solidFill>
                  <a:srgbClr val="333333"/>
                </a:solidFill>
                <a:latin typeface="黑体" panose="02010609060101010101" charset="-122"/>
                <a:ea typeface="黑体" panose="02010609060101010101" charset="-122"/>
                <a:cs typeface="黑体" panose="02010609060101010101" charset="-122"/>
                <a:sym typeface="+mn-ea"/>
              </a:rPr>
              <a:t>大脑判断知识的只是是否够用，如果需要实时数据的话</a:t>
            </a:r>
            <a:r>
              <a:rPr lang="en-US" altLang="zh-CN">
                <a:solidFill>
                  <a:srgbClr val="333333"/>
                </a:solidFill>
                <a:latin typeface="黑体" panose="02010609060101010101" charset="-122"/>
                <a:ea typeface="黑体" panose="02010609060101010101" charset="-122"/>
                <a:cs typeface="黑体" panose="02010609060101010101" charset="-122"/>
                <a:sym typeface="+mn-ea"/>
              </a:rPr>
              <a:t>Agent</a:t>
            </a:r>
            <a:r>
              <a:rPr>
                <a:solidFill>
                  <a:srgbClr val="333333"/>
                </a:solidFill>
                <a:latin typeface="黑体" panose="02010609060101010101" charset="-122"/>
                <a:ea typeface="黑体" panose="02010609060101010101" charset="-122"/>
                <a:cs typeface="黑体" panose="02010609060101010101" charset="-122"/>
                <a:sym typeface="+mn-ea"/>
              </a:rPr>
              <a:t>会自动触发的</a:t>
            </a:r>
            <a:r>
              <a:rPr lang="en-US" altLang="zh-CN">
                <a:solidFill>
                  <a:srgbClr val="333333"/>
                </a:solidFill>
                <a:latin typeface="黑体" panose="02010609060101010101" charset="-122"/>
                <a:ea typeface="黑体" panose="02010609060101010101" charset="-122"/>
                <a:cs typeface="黑体" panose="02010609060101010101" charset="-122"/>
                <a:sym typeface="+mn-ea"/>
              </a:rPr>
              <a:t>API</a:t>
            </a:r>
            <a:r>
              <a:rPr>
                <a:solidFill>
                  <a:srgbClr val="333333"/>
                </a:solidFill>
                <a:latin typeface="黑体" panose="02010609060101010101" charset="-122"/>
                <a:ea typeface="黑体" panose="02010609060101010101" charset="-122"/>
                <a:cs typeface="黑体" panose="02010609060101010101" charset="-122"/>
                <a:sym typeface="+mn-ea"/>
              </a:rPr>
              <a:t>。</a:t>
            </a:r>
            <a:endParaRPr>
              <a:solidFill>
                <a:srgbClr val="333333"/>
              </a:solidFill>
              <a:latin typeface="黑体" panose="02010609060101010101" charset="-122"/>
              <a:ea typeface="黑体" panose="02010609060101010101" charset="-122"/>
              <a:cs typeface="黑体" panose="02010609060101010101" charset="-122"/>
              <a:sym typeface="+mn-ea"/>
            </a:endParaRPr>
          </a:p>
          <a:p>
            <a:r>
              <a:rPr>
                <a:solidFill>
                  <a:srgbClr val="333333"/>
                </a:solidFill>
                <a:latin typeface="黑体" panose="02010609060101010101" charset="-122"/>
                <a:ea typeface="黑体" panose="02010609060101010101" charset="-122"/>
                <a:cs typeface="黑体" panose="02010609060101010101" charset="-122"/>
                <a:sym typeface="+mn-ea"/>
              </a:rPr>
              <a:t>丰富的背景知识</a:t>
            </a:r>
            <a:r>
              <a:rPr lang="en-US" altLang="zh-CN">
                <a:solidFill>
                  <a:srgbClr val="333333"/>
                </a:solidFill>
                <a:latin typeface="黑体" panose="02010609060101010101" charset="-122"/>
                <a:ea typeface="黑体" panose="02010609060101010101" charset="-122"/>
                <a:cs typeface="黑体" panose="02010609060101010101" charset="-122"/>
                <a:sym typeface="+mn-ea"/>
              </a:rPr>
              <a:t>+ </a:t>
            </a:r>
            <a:r>
              <a:rPr>
                <a:solidFill>
                  <a:srgbClr val="333333"/>
                </a:solidFill>
                <a:latin typeface="黑体" panose="02010609060101010101" charset="-122"/>
                <a:ea typeface="黑体" panose="02010609060101010101" charset="-122"/>
                <a:cs typeface="黑体" panose="02010609060101010101" charset="-122"/>
                <a:sym typeface="+mn-ea"/>
              </a:rPr>
              <a:t>工具返回的数据 </a:t>
            </a:r>
            <a:r>
              <a:rPr lang="en-US" altLang="zh-CN">
                <a:solidFill>
                  <a:srgbClr val="333333"/>
                </a:solidFill>
                <a:latin typeface="黑体" panose="02010609060101010101" charset="-122"/>
                <a:ea typeface="黑体" panose="02010609060101010101" charset="-122"/>
                <a:cs typeface="黑体" panose="02010609060101010101" charset="-122"/>
                <a:sym typeface="+mn-ea"/>
              </a:rPr>
              <a:t>+ </a:t>
            </a:r>
            <a:r>
              <a:rPr>
                <a:solidFill>
                  <a:srgbClr val="333333"/>
                </a:solidFill>
                <a:latin typeface="黑体" panose="02010609060101010101" charset="-122"/>
                <a:ea typeface="黑体" panose="02010609060101010101" charset="-122"/>
                <a:cs typeface="黑体" panose="02010609060101010101" charset="-122"/>
                <a:sym typeface="+mn-ea"/>
              </a:rPr>
              <a:t>用户的原始意图这套闭环操作解决了繁琐的翻文档、切系统、编话术一系列问题</a:t>
            </a:r>
            <a:endParaRPr lang="zh-CN" altLang="en-US"/>
          </a:p>
        </p:txBody>
      </p:sp>
      <p:sp>
        <p:nvSpPr>
          <p:cNvPr id="3" name="内容占位符 2"/>
          <p:cNvSpPr>
            <a:spLocks noGrp="1"/>
          </p:cNvSpPr>
          <p:nvPr>
            <p:ph idx="2"/>
            <p:custDataLst>
              <p:tags r:id="rId2"/>
            </p:custDataLst>
          </p:nvPr>
        </p:nvSpPr>
        <p:spPr/>
        <p:txBody>
          <a:bodyPr/>
          <a:p>
            <a:r>
              <a:rPr>
                <a:solidFill>
                  <a:srgbClr val="333333"/>
                </a:solidFill>
                <a:latin typeface="黑体" panose="02010609060101010101" charset="-122"/>
                <a:ea typeface="黑体" panose="02010609060101010101" charset="-122"/>
                <a:cs typeface="黑体" panose="02010609060101010101" charset="-122"/>
                <a:sym typeface="+mn-ea"/>
              </a:rPr>
              <a:t>线下底座的制定</a:t>
            </a:r>
            <a:endParaRPr>
              <a:solidFill>
                <a:srgbClr val="333333"/>
              </a:solidFill>
              <a:latin typeface="黑体" panose="02010609060101010101" charset="-122"/>
              <a:ea typeface="黑体" panose="02010609060101010101" charset="-122"/>
              <a:cs typeface="黑体" panose="02010609060101010101" charset="-122"/>
              <a:sym typeface="+mn-ea"/>
            </a:endParaRPr>
          </a:p>
          <a:p>
            <a:r>
              <a:rPr>
                <a:solidFill>
                  <a:srgbClr val="333333"/>
                </a:solidFill>
                <a:latin typeface="黑体" panose="02010609060101010101" charset="-122"/>
                <a:ea typeface="黑体" panose="02010609060101010101" charset="-122"/>
                <a:cs typeface="黑体" panose="02010609060101010101" charset="-122"/>
                <a:sym typeface="+mn-ea"/>
              </a:rPr>
              <a:t>搜集了并清洗了数千条企业的优秀业务和对话和专业规范</a:t>
            </a:r>
            <a:endParaRPr>
              <a:solidFill>
                <a:srgbClr val="333333"/>
              </a:solidFill>
              <a:latin typeface="黑体" panose="02010609060101010101" charset="-122"/>
              <a:ea typeface="黑体" panose="02010609060101010101" charset="-122"/>
              <a:cs typeface="黑体" panose="02010609060101010101" charset="-122"/>
              <a:sym typeface="+mn-ea"/>
            </a:endParaRPr>
          </a:p>
          <a:p>
            <a:r>
              <a:rPr>
                <a:solidFill>
                  <a:srgbClr val="333333"/>
                </a:solidFill>
                <a:latin typeface="黑体" panose="02010609060101010101" charset="-122"/>
                <a:ea typeface="黑体" panose="02010609060101010101" charset="-122"/>
                <a:cs typeface="黑体" panose="02010609060101010101" charset="-122"/>
                <a:sym typeface="+mn-ea"/>
              </a:rPr>
              <a:t>构建了高质量的数据集然后通过</a:t>
            </a:r>
            <a:r>
              <a:rPr lang="en-US" altLang="zh-CN">
                <a:solidFill>
                  <a:srgbClr val="333333"/>
                </a:solidFill>
                <a:latin typeface="黑体" panose="02010609060101010101" charset="-122"/>
                <a:ea typeface="黑体" panose="02010609060101010101" charset="-122"/>
                <a:cs typeface="黑体" panose="02010609060101010101" charset="-122"/>
                <a:sym typeface="+mn-ea"/>
              </a:rPr>
              <a:t>LoRA</a:t>
            </a:r>
            <a:r>
              <a:rPr>
                <a:solidFill>
                  <a:srgbClr val="333333"/>
                </a:solidFill>
                <a:latin typeface="黑体" panose="02010609060101010101" charset="-122"/>
                <a:ea typeface="黑体" panose="02010609060101010101" charset="-122"/>
                <a:cs typeface="黑体" panose="02010609060101010101" charset="-122"/>
                <a:sym typeface="+mn-ea"/>
              </a:rPr>
              <a:t>对外开源的基座模型</a:t>
            </a:r>
            <a:r>
              <a:rPr lang="en-US" altLang="zh-CN">
                <a:solidFill>
                  <a:srgbClr val="333333"/>
                </a:solidFill>
                <a:latin typeface="黑体" panose="02010609060101010101" charset="-122"/>
                <a:ea typeface="黑体" panose="02010609060101010101" charset="-122"/>
                <a:cs typeface="黑体" panose="02010609060101010101" charset="-122"/>
                <a:sym typeface="+mn-ea"/>
              </a:rPr>
              <a:t>Qwen2.5-5b</a:t>
            </a:r>
            <a:r>
              <a:rPr>
                <a:solidFill>
                  <a:srgbClr val="333333"/>
                </a:solidFill>
                <a:latin typeface="黑体" panose="02010609060101010101" charset="-122"/>
                <a:ea typeface="黑体" panose="02010609060101010101" charset="-122"/>
                <a:cs typeface="黑体" panose="02010609060101010101" charset="-122"/>
                <a:sym typeface="+mn-ea"/>
              </a:rPr>
              <a:t>进行微调</a:t>
            </a:r>
            <a:endParaRPr>
              <a:solidFill>
                <a:srgbClr val="333333"/>
              </a:solidFill>
              <a:latin typeface="黑体" panose="02010609060101010101" charset="-122"/>
              <a:ea typeface="黑体" panose="02010609060101010101" charset="-122"/>
              <a:cs typeface="黑体" panose="02010609060101010101" charset="-122"/>
              <a:sym typeface="+mn-ea"/>
            </a:endParaRPr>
          </a:p>
          <a:p>
            <a:r>
              <a:rPr>
                <a:solidFill>
                  <a:srgbClr val="333333"/>
                </a:solidFill>
                <a:latin typeface="黑体" panose="02010609060101010101" charset="-122"/>
                <a:ea typeface="黑体" panose="02010609060101010101" charset="-122"/>
                <a:cs typeface="黑体" panose="02010609060101010101" charset="-122"/>
                <a:sym typeface="+mn-ea"/>
              </a:rPr>
              <a:t>专属领域大模型最后通过</a:t>
            </a:r>
            <a:r>
              <a:rPr lang="en-US" altLang="zh-CN">
                <a:solidFill>
                  <a:srgbClr val="333333"/>
                </a:solidFill>
                <a:latin typeface="黑体" panose="02010609060101010101" charset="-122"/>
                <a:ea typeface="黑体" panose="02010609060101010101" charset="-122"/>
                <a:cs typeface="黑体" panose="02010609060101010101" charset="-122"/>
                <a:sym typeface="+mn-ea"/>
              </a:rPr>
              <a:t>VLLM</a:t>
            </a:r>
            <a:r>
              <a:rPr>
                <a:solidFill>
                  <a:srgbClr val="333333"/>
                </a:solidFill>
                <a:latin typeface="黑体" panose="02010609060101010101" charset="-122"/>
                <a:ea typeface="黑体" panose="02010609060101010101" charset="-122"/>
                <a:cs typeface="黑体" panose="02010609060101010101" charset="-122"/>
                <a:sym typeface="+mn-ea"/>
              </a:rPr>
              <a:t>的支持发出的标准本地</a:t>
            </a:r>
            <a:r>
              <a:rPr lang="en-US" altLang="zh-CN">
                <a:solidFill>
                  <a:srgbClr val="333333"/>
                </a:solidFill>
                <a:latin typeface="黑体" panose="02010609060101010101" charset="-122"/>
                <a:ea typeface="黑体" panose="02010609060101010101" charset="-122"/>
                <a:cs typeface="黑体" panose="02010609060101010101" charset="-122"/>
                <a:sym typeface="+mn-ea"/>
              </a:rPr>
              <a:t>API</a:t>
            </a:r>
            <a:endParaRPr lang="en-US" altLang="zh-CN">
              <a:solidFill>
                <a:srgbClr val="333333"/>
              </a:solidFill>
              <a:latin typeface="黑体" panose="02010609060101010101" charset="-122"/>
              <a:ea typeface="黑体" panose="02010609060101010101" charset="-122"/>
              <a:cs typeface="黑体" panose="02010609060101010101" charset="-122"/>
              <a:sym typeface="+mn-ea"/>
            </a:endParaRPr>
          </a:p>
          <a:p>
            <a:r>
              <a:rPr>
                <a:solidFill>
                  <a:srgbClr val="333333"/>
                </a:solidFill>
                <a:latin typeface="黑体" panose="02010609060101010101" charset="-122"/>
                <a:ea typeface="黑体" panose="02010609060101010101" charset="-122"/>
                <a:cs typeface="黑体" panose="02010609060101010101" charset="-122"/>
                <a:sym typeface="+mn-ea"/>
              </a:rPr>
              <a:t>将数百份企业的业务数据，价格表，购置，需求进行语义切分，灌入向量数据库中构建工作流所需的知识库</a:t>
            </a:r>
            <a:endParaRPr lang="zh-CN" altLang="en-US"/>
          </a:p>
        </p:txBody>
      </p:sp>
      <p:sp>
        <p:nvSpPr>
          <p:cNvPr id="4" name="标题 3"/>
          <p:cNvSpPr>
            <a:spLocks noGrp="1"/>
          </p:cNvSpPr>
          <p:nvPr>
            <p:ph type="title" idx="1"/>
            <p:custDataLst>
              <p:tags r:id="rId3"/>
            </p:custDataLst>
          </p:nvPr>
        </p:nvSpPr>
        <p:spPr/>
        <p:txBody>
          <a:bodyPr/>
          <a:p>
            <a:r>
              <a:rPr>
                <a:sym typeface="+mn-ea"/>
              </a:rPr>
              <a:t>项目全流程运行</a:t>
            </a:r>
            <a:endParaRPr lang="zh-CN" altLang="en-US"/>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lstStyle/>
          <a:p>
            <a:r>
              <a:rPr lang="zh-CN" altLang="en-US"/>
              <a:t>项目运行流程图</a:t>
            </a:r>
            <a:endParaRPr lang="zh-CN" altLang="en-US"/>
          </a:p>
        </p:txBody>
      </p:sp>
      <p:sp>
        <p:nvSpPr>
          <p:cNvPr id="9" name="矩形 8"/>
          <p:cNvSpPr/>
          <p:nvPr>
            <p:custDataLst>
              <p:tags r:id="rId2"/>
            </p:custDataLst>
          </p:nvPr>
        </p:nvSpPr>
        <p:spPr>
          <a:xfrm>
            <a:off x="4542790" y="4369435"/>
            <a:ext cx="1304290" cy="1967865"/>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sz="1400">
                <a:solidFill>
                  <a:schemeClr val="tx1">
                    <a:lumMod val="85000"/>
                    <a:lumOff val="15000"/>
                  </a:schemeClr>
                </a:solidFill>
                <a:latin typeface="+mn-ea"/>
                <a:cs typeface="+mn-ea"/>
                <a:sym typeface="+mn-ea"/>
              </a:rPr>
              <a:t>在</a:t>
            </a:r>
            <a:r>
              <a:rPr lang="en-US" altLang="zh-CN" sz="1400">
                <a:solidFill>
                  <a:schemeClr val="tx1">
                    <a:lumMod val="85000"/>
                    <a:lumOff val="15000"/>
                  </a:schemeClr>
                </a:solidFill>
                <a:latin typeface="+mn-ea"/>
                <a:cs typeface="+mn-ea"/>
                <a:sym typeface="+mn-ea"/>
              </a:rPr>
              <a:t>Dify</a:t>
            </a:r>
            <a:r>
              <a:rPr lang="zh-CN" altLang="en-US" sz="1400">
                <a:solidFill>
                  <a:schemeClr val="tx1">
                    <a:lumMod val="85000"/>
                    <a:lumOff val="15000"/>
                  </a:schemeClr>
                </a:solidFill>
                <a:latin typeface="+mn-ea"/>
                <a:cs typeface="+mn-ea"/>
                <a:sym typeface="+mn-ea"/>
              </a:rPr>
              <a:t>中外挂向量知识库并通过接入</a:t>
            </a:r>
            <a:r>
              <a:rPr lang="en-US" altLang="zh-CN" sz="1400">
                <a:solidFill>
                  <a:schemeClr val="tx1">
                    <a:lumMod val="85000"/>
                    <a:lumOff val="15000"/>
                  </a:schemeClr>
                </a:solidFill>
                <a:latin typeface="+mn-ea"/>
                <a:cs typeface="+mn-ea"/>
                <a:sym typeface="+mn-ea"/>
              </a:rPr>
              <a:t>VLLM</a:t>
            </a:r>
            <a:r>
              <a:rPr lang="zh-CN" altLang="en-US" sz="1400">
                <a:solidFill>
                  <a:schemeClr val="tx1">
                    <a:lumMod val="85000"/>
                    <a:lumOff val="15000"/>
                  </a:schemeClr>
                </a:solidFill>
                <a:latin typeface="+mn-ea"/>
                <a:cs typeface="+mn-ea"/>
                <a:sym typeface="+mn-ea"/>
              </a:rPr>
              <a:t>接口信息来访问在</a:t>
            </a:r>
            <a:r>
              <a:rPr lang="en-US" altLang="zh-CN" sz="1400">
                <a:solidFill>
                  <a:schemeClr val="tx1">
                    <a:lumMod val="85000"/>
                    <a:lumOff val="15000"/>
                  </a:schemeClr>
                </a:solidFill>
                <a:latin typeface="+mn-ea"/>
                <a:cs typeface="+mn-ea"/>
                <a:sym typeface="+mn-ea"/>
              </a:rPr>
              <a:t>jupyter lab</a:t>
            </a:r>
            <a:r>
              <a:rPr lang="zh-CN" altLang="en-US" sz="1400">
                <a:solidFill>
                  <a:schemeClr val="tx1">
                    <a:lumMod val="85000"/>
                    <a:lumOff val="15000"/>
                  </a:schemeClr>
                </a:solidFill>
                <a:latin typeface="+mn-ea"/>
                <a:cs typeface="+mn-ea"/>
                <a:sym typeface="+mn-ea"/>
              </a:rPr>
              <a:t>中的模型</a:t>
            </a:r>
            <a:endParaRPr lang="zh-CN" altLang="en-US" sz="1400">
              <a:solidFill>
                <a:schemeClr val="tx1">
                  <a:lumMod val="85000"/>
                  <a:lumOff val="15000"/>
                </a:schemeClr>
              </a:solidFill>
              <a:latin typeface="+mn-ea"/>
              <a:cs typeface="+mn-ea"/>
              <a:sym typeface="+mn-ea"/>
            </a:endParaRPr>
          </a:p>
        </p:txBody>
      </p:sp>
      <p:sp>
        <p:nvSpPr>
          <p:cNvPr id="37" name="矩形 36"/>
          <p:cNvSpPr/>
          <p:nvPr>
            <p:custDataLst>
              <p:tags r:id="rId3"/>
            </p:custDataLst>
          </p:nvPr>
        </p:nvSpPr>
        <p:spPr>
          <a:xfrm>
            <a:off x="6369685" y="4369435"/>
            <a:ext cx="1304290" cy="1967865"/>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400">
                <a:solidFill>
                  <a:schemeClr val="tx1">
                    <a:lumMod val="85000"/>
                    <a:lumOff val="15000"/>
                  </a:schemeClr>
                </a:solidFill>
                <a:latin typeface="+mn-ea"/>
                <a:cs typeface="+mn-ea"/>
                <a:sym typeface="+mn-ea"/>
              </a:rPr>
              <a:t>搭一套前后端，用户以网页作为入口提问，前端负责发送提问后端服务负责触发</a:t>
            </a:r>
            <a:r>
              <a:rPr lang="en-US" altLang="zh-CN" sz="1400">
                <a:solidFill>
                  <a:schemeClr val="tx1">
                    <a:lumMod val="85000"/>
                    <a:lumOff val="15000"/>
                  </a:schemeClr>
                </a:solidFill>
                <a:latin typeface="+mn-ea"/>
                <a:cs typeface="+mn-ea"/>
                <a:sym typeface="+mn-ea"/>
              </a:rPr>
              <a:t>Dify</a:t>
            </a:r>
            <a:r>
              <a:rPr lang="zh-CN" altLang="en-US" sz="1400">
                <a:solidFill>
                  <a:schemeClr val="tx1">
                    <a:lumMod val="85000"/>
                    <a:lumOff val="15000"/>
                  </a:schemeClr>
                </a:solidFill>
                <a:latin typeface="+mn-ea"/>
                <a:cs typeface="+mn-ea"/>
                <a:sym typeface="+mn-ea"/>
              </a:rPr>
              <a:t>负责提供和返回</a:t>
            </a:r>
            <a:endParaRPr lang="zh-CN" altLang="en-US" sz="1400">
              <a:solidFill>
                <a:schemeClr val="tx1">
                  <a:lumMod val="85000"/>
                  <a:lumOff val="15000"/>
                </a:schemeClr>
              </a:solidFill>
              <a:latin typeface="+mn-ea"/>
              <a:cs typeface="+mn-ea"/>
              <a:sym typeface="+mn-ea"/>
            </a:endParaRPr>
          </a:p>
        </p:txBody>
      </p:sp>
      <p:sp>
        <p:nvSpPr>
          <p:cNvPr id="38" name="矩形 37"/>
          <p:cNvSpPr/>
          <p:nvPr>
            <p:custDataLst>
              <p:tags r:id="rId4"/>
            </p:custDataLst>
          </p:nvPr>
        </p:nvSpPr>
        <p:spPr>
          <a:xfrm>
            <a:off x="890270" y="4369435"/>
            <a:ext cx="1304290" cy="1967865"/>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400">
                <a:solidFill>
                  <a:schemeClr val="tx1">
                    <a:lumMod val="85000"/>
                    <a:lumOff val="15000"/>
                  </a:schemeClr>
                </a:solidFill>
                <a:latin typeface="+mn-ea"/>
                <a:cs typeface="+mn-ea"/>
                <a:sym typeface="+mn-ea"/>
              </a:rPr>
              <a:t>收集数据进行清洗形成最终训练测试集所需，用</a:t>
            </a:r>
            <a:r>
              <a:rPr lang="en-US" altLang="zh-CN" sz="1400">
                <a:solidFill>
                  <a:schemeClr val="tx1">
                    <a:lumMod val="85000"/>
                    <a:lumOff val="15000"/>
                  </a:schemeClr>
                </a:solidFill>
                <a:latin typeface="+mn-ea"/>
                <a:cs typeface="+mn-ea"/>
                <a:sym typeface="+mn-ea"/>
              </a:rPr>
              <a:t>LLamaFactory</a:t>
            </a:r>
            <a:r>
              <a:rPr lang="zh-CN" altLang="en-US" sz="1400">
                <a:solidFill>
                  <a:schemeClr val="tx1">
                    <a:lumMod val="85000"/>
                    <a:lumOff val="15000"/>
                  </a:schemeClr>
                </a:solidFill>
                <a:latin typeface="+mn-ea"/>
                <a:cs typeface="+mn-ea"/>
                <a:sym typeface="+mn-ea"/>
              </a:rPr>
              <a:t>进行训练模型和评估，训练方法用</a:t>
            </a:r>
            <a:r>
              <a:rPr lang="en-US" altLang="zh-CN" sz="1400">
                <a:solidFill>
                  <a:schemeClr val="tx1">
                    <a:lumMod val="85000"/>
                    <a:lumOff val="15000"/>
                  </a:schemeClr>
                </a:solidFill>
                <a:latin typeface="+mn-ea"/>
                <a:cs typeface="+mn-ea"/>
                <a:sym typeface="+mn-ea"/>
              </a:rPr>
              <a:t>LoRA</a:t>
            </a:r>
            <a:r>
              <a:rPr lang="zh-CN" altLang="en-US" sz="1400">
                <a:solidFill>
                  <a:schemeClr val="tx1">
                    <a:lumMod val="85000"/>
                    <a:lumOff val="15000"/>
                  </a:schemeClr>
                </a:solidFill>
                <a:latin typeface="+mn-ea"/>
                <a:cs typeface="+mn-ea"/>
                <a:sym typeface="+mn-ea"/>
              </a:rPr>
              <a:t>进行训练</a:t>
            </a:r>
            <a:endParaRPr lang="zh-CN" altLang="en-US" sz="1400">
              <a:solidFill>
                <a:schemeClr val="tx1">
                  <a:lumMod val="85000"/>
                  <a:lumOff val="15000"/>
                </a:schemeClr>
              </a:solidFill>
              <a:latin typeface="+mn-ea"/>
              <a:cs typeface="+mn-ea"/>
              <a:sym typeface="+mn-ea"/>
            </a:endParaRPr>
          </a:p>
          <a:p>
            <a:pPr algn="l">
              <a:lnSpc>
                <a:spcPct val="130000"/>
              </a:lnSpc>
              <a:spcBef>
                <a:spcPct val="0"/>
              </a:spcBef>
              <a:spcAft>
                <a:spcPct val="0"/>
              </a:spcAft>
            </a:pPr>
            <a:endParaRPr lang="en-US" altLang="zh-CN" sz="1400">
              <a:solidFill>
                <a:schemeClr val="tx1">
                  <a:lumMod val="85000"/>
                  <a:lumOff val="15000"/>
                </a:schemeClr>
              </a:solidFill>
              <a:latin typeface="+mn-ea"/>
              <a:cs typeface="+mn-ea"/>
              <a:sym typeface="+mn-ea"/>
            </a:endParaRPr>
          </a:p>
        </p:txBody>
      </p:sp>
      <p:sp>
        <p:nvSpPr>
          <p:cNvPr id="39" name="矩形 38"/>
          <p:cNvSpPr/>
          <p:nvPr>
            <p:custDataLst>
              <p:tags r:id="rId5"/>
            </p:custDataLst>
          </p:nvPr>
        </p:nvSpPr>
        <p:spPr>
          <a:xfrm>
            <a:off x="2717165" y="4369435"/>
            <a:ext cx="1304290" cy="1967865"/>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sz="1400">
                <a:solidFill>
                  <a:schemeClr val="tx1">
                    <a:lumMod val="85000"/>
                    <a:lumOff val="15000"/>
                  </a:schemeClr>
                </a:solidFill>
                <a:latin typeface="+mn-ea"/>
                <a:cs typeface="+mn-ea"/>
                <a:sym typeface="+mn-ea"/>
              </a:rPr>
              <a:t>用</a:t>
            </a:r>
            <a:r>
              <a:rPr lang="en-US" altLang="zh-CN" sz="1400">
                <a:solidFill>
                  <a:schemeClr val="tx1">
                    <a:lumMod val="85000"/>
                    <a:lumOff val="15000"/>
                  </a:schemeClr>
                </a:solidFill>
                <a:latin typeface="+mn-ea"/>
                <a:cs typeface="+mn-ea"/>
                <a:sym typeface="+mn-ea"/>
              </a:rPr>
              <a:t>Docker</a:t>
            </a:r>
            <a:r>
              <a:rPr lang="zh-CN" altLang="en-US" sz="1400">
                <a:solidFill>
                  <a:schemeClr val="tx1">
                    <a:lumMod val="85000"/>
                    <a:lumOff val="15000"/>
                  </a:schemeClr>
                </a:solidFill>
                <a:latin typeface="+mn-ea"/>
                <a:cs typeface="+mn-ea"/>
                <a:sym typeface="+mn-ea"/>
              </a:rPr>
              <a:t>容器化部署，在</a:t>
            </a:r>
            <a:r>
              <a:rPr lang="en-US" altLang="zh-CN" sz="1400">
                <a:solidFill>
                  <a:schemeClr val="tx1">
                    <a:lumMod val="85000"/>
                    <a:lumOff val="15000"/>
                  </a:schemeClr>
                </a:solidFill>
                <a:latin typeface="+mn-ea"/>
                <a:cs typeface="+mn-ea"/>
                <a:sym typeface="+mn-ea"/>
              </a:rPr>
              <a:t>jupyter lab</a:t>
            </a:r>
            <a:r>
              <a:rPr lang="zh-CN" altLang="en-US" sz="1400">
                <a:solidFill>
                  <a:schemeClr val="tx1">
                    <a:lumMod val="85000"/>
                    <a:lumOff val="15000"/>
                  </a:schemeClr>
                </a:solidFill>
                <a:latin typeface="+mn-ea"/>
                <a:cs typeface="+mn-ea"/>
                <a:sym typeface="+mn-ea"/>
              </a:rPr>
              <a:t>中用</a:t>
            </a:r>
            <a:r>
              <a:rPr lang="en-US" altLang="zh-CN" sz="1400">
                <a:solidFill>
                  <a:schemeClr val="tx1">
                    <a:lumMod val="85000"/>
                    <a:lumOff val="15000"/>
                  </a:schemeClr>
                </a:solidFill>
                <a:latin typeface="+mn-ea"/>
                <a:cs typeface="+mn-ea"/>
                <a:sym typeface="+mn-ea"/>
              </a:rPr>
              <a:t>VLLM</a:t>
            </a:r>
            <a:r>
              <a:rPr lang="zh-CN" altLang="en-US" sz="1400">
                <a:solidFill>
                  <a:schemeClr val="tx1">
                    <a:lumMod val="85000"/>
                    <a:lumOff val="15000"/>
                  </a:schemeClr>
                </a:solidFill>
                <a:latin typeface="+mn-ea"/>
                <a:cs typeface="+mn-ea"/>
                <a:sym typeface="+mn-ea"/>
              </a:rPr>
              <a:t>进行挂载并发出本地接口</a:t>
            </a:r>
            <a:endParaRPr lang="zh-CN" altLang="en-US" sz="1400">
              <a:solidFill>
                <a:schemeClr val="tx1">
                  <a:lumMod val="85000"/>
                  <a:lumOff val="15000"/>
                </a:schemeClr>
              </a:solidFill>
              <a:latin typeface="+mn-ea"/>
              <a:cs typeface="+mn-ea"/>
              <a:sym typeface="+mn-ea"/>
            </a:endParaRPr>
          </a:p>
        </p:txBody>
      </p:sp>
      <p:sp>
        <p:nvSpPr>
          <p:cNvPr id="10" name="椭圆 9"/>
          <p:cNvSpPr/>
          <p:nvPr>
            <p:custDataLst>
              <p:tags r:id="rId6"/>
            </p:custDataLst>
          </p:nvPr>
        </p:nvSpPr>
        <p:spPr>
          <a:xfrm>
            <a:off x="4468178" y="2482215"/>
            <a:ext cx="1452880" cy="1452245"/>
          </a:xfrm>
          <a:prstGeom prst="ellipse">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latin typeface="+mn-ea"/>
            </a:endParaRPr>
          </a:p>
        </p:txBody>
      </p:sp>
      <p:sp>
        <p:nvSpPr>
          <p:cNvPr id="2" name="椭圆 1"/>
          <p:cNvSpPr/>
          <p:nvPr>
            <p:custDataLst>
              <p:tags r:id="rId7"/>
            </p:custDataLst>
          </p:nvPr>
        </p:nvSpPr>
        <p:spPr>
          <a:xfrm>
            <a:off x="4543108" y="2557780"/>
            <a:ext cx="1303020" cy="1303020"/>
          </a:xfrm>
          <a:prstGeom prst="ellipse">
            <a:avLst/>
          </a:prstGeom>
          <a:solidFill>
            <a:schemeClr val="accent3"/>
          </a:solidFill>
          <a:ln>
            <a:noFill/>
          </a:ln>
          <a:effectLst>
            <a:innerShdw blurRad="152400">
              <a:schemeClr val="accent3">
                <a:lumMod val="20000"/>
                <a:lumOff val="8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24815" bIns="0" numCol="1" spcCol="0" rtlCol="0" fromWordArt="0" anchor="t" anchorCtr="0" forceAA="0" compatLnSpc="1">
            <a:noAutofit/>
          </a:bodyPr>
          <a:lstStyle/>
          <a:p>
            <a:pPr lvl="0" algn="ctr">
              <a:buClrTx/>
              <a:buSzTx/>
              <a:buFontTx/>
            </a:pPr>
            <a:r>
              <a:rPr lang="en-US" altLang="zh-CN" sz="1400" b="1">
                <a:solidFill>
                  <a:srgbClr val="FFFFFF"/>
                </a:solidFill>
                <a:latin typeface="+mn-ea"/>
                <a:cs typeface="+mj-ea"/>
                <a:sym typeface="+mn-ea"/>
              </a:rPr>
              <a:t>Dify</a:t>
            </a:r>
            <a:r>
              <a:rPr lang="zh-CN" altLang="en-US" sz="1400" b="1">
                <a:solidFill>
                  <a:srgbClr val="FFFFFF"/>
                </a:solidFill>
                <a:latin typeface="+mn-ea"/>
                <a:cs typeface="+mj-ea"/>
                <a:sym typeface="+mn-ea"/>
              </a:rPr>
              <a:t>线上工作流</a:t>
            </a:r>
            <a:endParaRPr lang="zh-CN" altLang="en-US" sz="1400" b="1">
              <a:solidFill>
                <a:srgbClr val="FFFFFF"/>
              </a:solidFill>
              <a:latin typeface="+mn-ea"/>
              <a:cs typeface="+mj-ea"/>
              <a:sym typeface="+mn-ea"/>
            </a:endParaRPr>
          </a:p>
        </p:txBody>
      </p:sp>
      <p:sp>
        <p:nvSpPr>
          <p:cNvPr id="3" name="椭圆 2"/>
          <p:cNvSpPr/>
          <p:nvPr>
            <p:custDataLst>
              <p:tags r:id="rId8"/>
            </p:custDataLst>
          </p:nvPr>
        </p:nvSpPr>
        <p:spPr>
          <a:xfrm>
            <a:off x="4611053" y="2624455"/>
            <a:ext cx="1167130" cy="1167130"/>
          </a:xfrm>
          <a:prstGeom prst="ellipse">
            <a:avLst/>
          </a:prstGeom>
          <a:noFill/>
          <a:ln w="12700">
            <a:gradFill>
              <a:gsLst>
                <a:gs pos="0">
                  <a:srgbClr val="FFFFFF">
                    <a:alpha val="45000"/>
                  </a:srgbClr>
                </a:gs>
                <a:gs pos="100000">
                  <a:srgbClr val="FFFFFF">
                    <a:alpha val="45000"/>
                  </a:srgbClr>
                </a:gs>
                <a:gs pos="75000">
                  <a:srgbClr val="FFFFFF">
                    <a:alpha val="0"/>
                  </a:srgbClr>
                </a:gs>
                <a:gs pos="25000">
                  <a:srgbClr val="FFFFFF">
                    <a:alpha val="0"/>
                  </a:srgbClr>
                </a:gs>
              </a:gsLst>
              <a:lin ang="5400000" scaled="1"/>
            </a:gradFill>
          </a:ln>
          <a:effectLst>
            <a:outerShdw dist="12700" dir="5400000" algn="t" rotWithShape="0">
              <a:schemeClr val="accent3">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sz="1600" b="1">
              <a:latin typeface="+mn-ea"/>
              <a:cs typeface="微软雅黑" panose="020B0503020204020204" charset="-122"/>
              <a:sym typeface="+mn-ea"/>
            </a:endParaRPr>
          </a:p>
        </p:txBody>
      </p:sp>
      <p:sp>
        <p:nvSpPr>
          <p:cNvPr id="13" name="弧形 12"/>
          <p:cNvSpPr/>
          <p:nvPr>
            <p:custDataLst>
              <p:tags r:id="rId9"/>
            </p:custDataLst>
          </p:nvPr>
        </p:nvSpPr>
        <p:spPr>
          <a:xfrm flipV="1">
            <a:off x="4271010" y="2287270"/>
            <a:ext cx="1847215" cy="1847215"/>
          </a:xfrm>
          <a:prstGeom prst="arc">
            <a:avLst>
              <a:gd name="adj1" fmla="val 1352946"/>
              <a:gd name="adj2" fmla="val 10848491"/>
            </a:avLst>
          </a:prstGeom>
          <a:ln w="44450" cap="rnd">
            <a:solidFill>
              <a:schemeClr val="accent3">
                <a:alpha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normAutofit/>
          </a:bodyPr>
          <a:lstStyle/>
          <a:p>
            <a:pPr algn="ctr"/>
            <a:endParaRPr lang="zh-CN" altLang="en-US">
              <a:latin typeface="+mn-ea"/>
            </a:endParaRPr>
          </a:p>
        </p:txBody>
      </p:sp>
      <p:sp>
        <p:nvSpPr>
          <p:cNvPr id="5" name="椭圆 4"/>
          <p:cNvSpPr/>
          <p:nvPr>
            <p:custDataLst>
              <p:tags r:id="rId10"/>
            </p:custDataLst>
          </p:nvPr>
        </p:nvSpPr>
        <p:spPr>
          <a:xfrm>
            <a:off x="6295073" y="2482215"/>
            <a:ext cx="1452880" cy="1452245"/>
          </a:xfrm>
          <a:prstGeom prst="ellipse">
            <a:avLst/>
          </a:prstGeom>
          <a:solidFill>
            <a:schemeClr val="accent4">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latin typeface="+mn-ea"/>
            </a:endParaRPr>
          </a:p>
        </p:txBody>
      </p:sp>
      <p:sp>
        <p:nvSpPr>
          <p:cNvPr id="24" name="椭圆 23"/>
          <p:cNvSpPr/>
          <p:nvPr>
            <p:custDataLst>
              <p:tags r:id="rId11"/>
            </p:custDataLst>
          </p:nvPr>
        </p:nvSpPr>
        <p:spPr>
          <a:xfrm>
            <a:off x="6370003" y="2557780"/>
            <a:ext cx="1303020" cy="1303020"/>
          </a:xfrm>
          <a:prstGeom prst="ellipse">
            <a:avLst/>
          </a:prstGeom>
          <a:solidFill>
            <a:schemeClr val="accent4"/>
          </a:solidFill>
          <a:ln>
            <a:noFill/>
          </a:ln>
          <a:effectLst>
            <a:innerShdw blurRad="152400">
              <a:schemeClr val="accent4">
                <a:lumMod val="20000"/>
                <a:lumOff val="8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24815" bIns="0" numCol="1" spcCol="0" rtlCol="0" fromWordArt="0" anchor="t" anchorCtr="0" forceAA="0" compatLnSpc="1">
            <a:noAutofit/>
          </a:bodyPr>
          <a:lstStyle/>
          <a:p>
            <a:pPr lvl="0" algn="ctr">
              <a:buClrTx/>
              <a:buSzTx/>
              <a:buFontTx/>
            </a:pPr>
            <a:r>
              <a:rPr lang="zh-CN" altLang="en-US" sz="1400" b="1">
                <a:solidFill>
                  <a:srgbClr val="FFFFFF"/>
                </a:solidFill>
                <a:latin typeface="+mn-ea"/>
                <a:cs typeface="+mj-ea"/>
                <a:sym typeface="+mn-ea"/>
              </a:rPr>
              <a:t>前端后端搭建</a:t>
            </a:r>
            <a:r>
              <a:rPr lang="en-US" altLang="zh-CN" sz="1400" b="1">
                <a:solidFill>
                  <a:srgbClr val="FFFFFF"/>
                </a:solidFill>
                <a:latin typeface="+mn-ea"/>
                <a:cs typeface="+mj-ea"/>
                <a:sym typeface="+mn-ea"/>
              </a:rPr>
              <a:t>dify</a:t>
            </a:r>
            <a:r>
              <a:rPr lang="zh-CN" altLang="en-US" sz="1400" b="1">
                <a:solidFill>
                  <a:srgbClr val="FFFFFF"/>
                </a:solidFill>
                <a:latin typeface="+mn-ea"/>
                <a:cs typeface="+mj-ea"/>
                <a:sym typeface="+mn-ea"/>
              </a:rPr>
              <a:t>调用</a:t>
            </a:r>
            <a:endParaRPr lang="zh-CN" altLang="en-US" sz="1400" b="1">
              <a:solidFill>
                <a:srgbClr val="FFFFFF"/>
              </a:solidFill>
              <a:latin typeface="+mn-ea"/>
              <a:cs typeface="+mj-ea"/>
              <a:sym typeface="+mn-ea"/>
            </a:endParaRPr>
          </a:p>
        </p:txBody>
      </p:sp>
      <p:sp>
        <p:nvSpPr>
          <p:cNvPr id="16" name="椭圆 15"/>
          <p:cNvSpPr/>
          <p:nvPr>
            <p:custDataLst>
              <p:tags r:id="rId12"/>
            </p:custDataLst>
          </p:nvPr>
        </p:nvSpPr>
        <p:spPr>
          <a:xfrm>
            <a:off x="6437948" y="2624455"/>
            <a:ext cx="1167130" cy="1167130"/>
          </a:xfrm>
          <a:prstGeom prst="ellipse">
            <a:avLst/>
          </a:prstGeom>
          <a:noFill/>
          <a:ln w="12700">
            <a:gradFill>
              <a:gsLst>
                <a:gs pos="0">
                  <a:srgbClr val="FFFFFF">
                    <a:alpha val="45000"/>
                  </a:srgbClr>
                </a:gs>
                <a:gs pos="100000">
                  <a:srgbClr val="FFFFFF">
                    <a:alpha val="45000"/>
                  </a:srgbClr>
                </a:gs>
                <a:gs pos="75000">
                  <a:srgbClr val="FFFFFF">
                    <a:alpha val="0"/>
                  </a:srgbClr>
                </a:gs>
                <a:gs pos="25000">
                  <a:srgbClr val="FFFFFF">
                    <a:alpha val="0"/>
                  </a:srgbClr>
                </a:gs>
              </a:gsLst>
              <a:lin ang="5400000" scaled="1"/>
            </a:gradFill>
          </a:ln>
          <a:effectLst>
            <a:outerShdw dist="12700" dir="5400000" algn="t" rotWithShape="0">
              <a:schemeClr val="accent4">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rmAutofit/>
          </a:bodyPr>
          <a:lstStyle/>
          <a:p>
            <a:pPr lvl="0" algn="ctr">
              <a:buClrTx/>
              <a:buSzTx/>
              <a:buFontTx/>
            </a:pPr>
            <a:endParaRPr lang="zh-CN" altLang="en-US" sz="1600" b="1">
              <a:latin typeface="+mn-ea"/>
              <a:cs typeface="微软雅黑" panose="020B0503020204020204" charset="-122"/>
              <a:sym typeface="+mn-ea"/>
            </a:endParaRPr>
          </a:p>
        </p:txBody>
      </p:sp>
      <p:sp>
        <p:nvSpPr>
          <p:cNvPr id="19" name="弧形 18"/>
          <p:cNvSpPr/>
          <p:nvPr>
            <p:custDataLst>
              <p:tags r:id="rId13"/>
            </p:custDataLst>
          </p:nvPr>
        </p:nvSpPr>
        <p:spPr>
          <a:xfrm flipV="1">
            <a:off x="6097905" y="2287270"/>
            <a:ext cx="1847215" cy="1847215"/>
          </a:xfrm>
          <a:prstGeom prst="arc">
            <a:avLst>
              <a:gd name="adj1" fmla="val 10822527"/>
              <a:gd name="adj2" fmla="val 20157622"/>
            </a:avLst>
          </a:prstGeom>
          <a:ln w="44450" cap="rnd">
            <a:solidFill>
              <a:schemeClr val="accent4">
                <a:alpha val="50000"/>
              </a:schemeClr>
            </a:solidFill>
            <a:headEnd type="none"/>
            <a:tailEnd type="triangle"/>
          </a:ln>
          <a:effectLst/>
        </p:spPr>
        <p:style>
          <a:lnRef idx="1">
            <a:schemeClr val="accent1"/>
          </a:lnRef>
          <a:fillRef idx="0">
            <a:schemeClr val="accent1"/>
          </a:fillRef>
          <a:effectRef idx="0">
            <a:schemeClr val="accent1"/>
          </a:effectRef>
          <a:fontRef idx="minor">
            <a:schemeClr val="tx1"/>
          </a:fontRef>
        </p:style>
        <p:txBody>
          <a:bodyPr rtlCol="0" anchor="ctr">
            <a:normAutofit/>
          </a:bodyPr>
          <a:lstStyle/>
          <a:p>
            <a:pPr algn="ctr"/>
            <a:endParaRPr lang="zh-CN" altLang="en-US">
              <a:latin typeface="+mn-ea"/>
            </a:endParaRPr>
          </a:p>
        </p:txBody>
      </p:sp>
      <p:sp>
        <p:nvSpPr>
          <p:cNvPr id="7" name="椭圆 6"/>
          <p:cNvSpPr/>
          <p:nvPr>
            <p:custDataLst>
              <p:tags r:id="rId14"/>
            </p:custDataLst>
          </p:nvPr>
        </p:nvSpPr>
        <p:spPr>
          <a:xfrm>
            <a:off x="815658" y="2482215"/>
            <a:ext cx="1452880" cy="1452245"/>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latin typeface="+mn-ea"/>
            </a:endParaRPr>
          </a:p>
        </p:txBody>
      </p:sp>
      <p:sp>
        <p:nvSpPr>
          <p:cNvPr id="18" name="椭圆 17"/>
          <p:cNvSpPr/>
          <p:nvPr>
            <p:custDataLst>
              <p:tags r:id="rId15"/>
            </p:custDataLst>
          </p:nvPr>
        </p:nvSpPr>
        <p:spPr>
          <a:xfrm>
            <a:off x="890588" y="2557780"/>
            <a:ext cx="1303020" cy="1303020"/>
          </a:xfrm>
          <a:prstGeom prst="ellipse">
            <a:avLst/>
          </a:prstGeom>
          <a:solidFill>
            <a:schemeClr val="accent1"/>
          </a:solidFill>
          <a:ln>
            <a:noFill/>
          </a:ln>
          <a:effectLst>
            <a:innerShdw blurRad="152400">
              <a:schemeClr val="accent1">
                <a:lumMod val="20000"/>
                <a:lumOff val="8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24815" bIns="0" numCol="1" spcCol="0" rtlCol="0" fromWordArt="0" anchor="t" anchorCtr="0" forceAA="0" compatLnSpc="1">
            <a:noAutofit/>
          </a:bodyPr>
          <a:lstStyle/>
          <a:p>
            <a:pPr lvl="0" algn="ctr">
              <a:buClrTx/>
              <a:buSzTx/>
              <a:buFontTx/>
            </a:pPr>
            <a:r>
              <a:rPr lang="zh-CN" altLang="en-US" sz="1400" b="1">
                <a:solidFill>
                  <a:srgbClr val="FFFFFF"/>
                </a:solidFill>
                <a:latin typeface="+mn-ea"/>
                <a:cs typeface="+mj-ea"/>
                <a:sym typeface="+mn-ea"/>
              </a:rPr>
              <a:t>训练模型微调</a:t>
            </a:r>
            <a:endParaRPr lang="zh-CN" altLang="en-US" sz="1400" b="1">
              <a:solidFill>
                <a:srgbClr val="FFFFFF"/>
              </a:solidFill>
              <a:latin typeface="+mn-ea"/>
              <a:cs typeface="+mj-ea"/>
              <a:sym typeface="+mn-ea"/>
            </a:endParaRPr>
          </a:p>
        </p:txBody>
      </p:sp>
      <p:sp>
        <p:nvSpPr>
          <p:cNvPr id="8" name="椭圆 7"/>
          <p:cNvSpPr/>
          <p:nvPr>
            <p:custDataLst>
              <p:tags r:id="rId16"/>
            </p:custDataLst>
          </p:nvPr>
        </p:nvSpPr>
        <p:spPr>
          <a:xfrm>
            <a:off x="958533" y="2624455"/>
            <a:ext cx="1167130" cy="1167130"/>
          </a:xfrm>
          <a:prstGeom prst="ellipse">
            <a:avLst/>
          </a:prstGeom>
          <a:noFill/>
          <a:ln w="12700">
            <a:gradFill>
              <a:gsLst>
                <a:gs pos="0">
                  <a:srgbClr val="FFFFFF">
                    <a:alpha val="45000"/>
                  </a:srgbClr>
                </a:gs>
                <a:gs pos="100000">
                  <a:srgbClr val="FFFFFF">
                    <a:alpha val="45000"/>
                  </a:srgbClr>
                </a:gs>
                <a:gs pos="75000">
                  <a:srgbClr val="FFFFFF">
                    <a:alpha val="0"/>
                  </a:srgbClr>
                </a:gs>
                <a:gs pos="25000">
                  <a:srgbClr val="FFFFFF">
                    <a:alpha val="0"/>
                  </a:srgbClr>
                </a:gs>
              </a:gsLst>
              <a:lin ang="5400000" scaled="1"/>
            </a:gradFill>
          </a:ln>
          <a:effectLst>
            <a:outerShdw dist="12700" dir="5400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numCol="1" spcCol="0" rtlCol="0" fromWordArt="0" anchor="ctr" anchorCtr="0" forceAA="0" compatLnSpc="1">
            <a:normAutofit/>
          </a:bodyPr>
          <a:lstStyle/>
          <a:p>
            <a:pPr lvl="0" algn="ctr">
              <a:buClrTx/>
              <a:buSzTx/>
              <a:buFontTx/>
            </a:pPr>
            <a:endParaRPr lang="zh-CN" altLang="en-US" sz="1600" b="1">
              <a:latin typeface="+mn-ea"/>
              <a:cs typeface="微软雅黑" panose="020B0503020204020204" charset="-122"/>
              <a:sym typeface="+mn-ea"/>
            </a:endParaRPr>
          </a:p>
        </p:txBody>
      </p:sp>
      <p:sp>
        <p:nvSpPr>
          <p:cNvPr id="15" name="弧形 14"/>
          <p:cNvSpPr/>
          <p:nvPr>
            <p:custDataLst>
              <p:tags r:id="rId17"/>
            </p:custDataLst>
          </p:nvPr>
        </p:nvSpPr>
        <p:spPr>
          <a:xfrm flipV="1">
            <a:off x="618490" y="2287270"/>
            <a:ext cx="1847215" cy="1847215"/>
          </a:xfrm>
          <a:prstGeom prst="arc">
            <a:avLst>
              <a:gd name="adj1" fmla="val 1352946"/>
              <a:gd name="adj2" fmla="val 10848491"/>
            </a:avLst>
          </a:prstGeom>
          <a:ln w="44450" cap="rnd">
            <a:solidFill>
              <a:schemeClr val="accent1">
                <a:alpha val="50000"/>
              </a:schemeClr>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normAutofit/>
          </a:bodyPr>
          <a:lstStyle/>
          <a:p>
            <a:pPr algn="ctr"/>
            <a:endParaRPr lang="zh-CN" altLang="en-US">
              <a:latin typeface="+mn-ea"/>
            </a:endParaRPr>
          </a:p>
        </p:txBody>
      </p:sp>
      <p:sp>
        <p:nvSpPr>
          <p:cNvPr id="21" name="椭圆 20"/>
          <p:cNvSpPr/>
          <p:nvPr>
            <p:custDataLst>
              <p:tags r:id="rId18"/>
            </p:custDataLst>
          </p:nvPr>
        </p:nvSpPr>
        <p:spPr>
          <a:xfrm>
            <a:off x="2642553" y="2482215"/>
            <a:ext cx="1452880" cy="1452245"/>
          </a:xfrm>
          <a:prstGeom prst="ellipse">
            <a:avLst/>
          </a:prstGeom>
          <a:solidFill>
            <a:schemeClr val="accent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latin typeface="+mn-ea"/>
            </a:endParaRPr>
          </a:p>
        </p:txBody>
      </p:sp>
      <p:sp>
        <p:nvSpPr>
          <p:cNvPr id="25" name="椭圆 24"/>
          <p:cNvSpPr/>
          <p:nvPr>
            <p:custDataLst>
              <p:tags r:id="rId19"/>
            </p:custDataLst>
          </p:nvPr>
        </p:nvSpPr>
        <p:spPr>
          <a:xfrm>
            <a:off x="2717483" y="2557780"/>
            <a:ext cx="1303020" cy="1303020"/>
          </a:xfrm>
          <a:prstGeom prst="ellipse">
            <a:avLst/>
          </a:prstGeom>
          <a:solidFill>
            <a:schemeClr val="accent2"/>
          </a:solidFill>
          <a:ln>
            <a:noFill/>
          </a:ln>
          <a:effectLst>
            <a:innerShdw blurRad="152400">
              <a:schemeClr val="accent2">
                <a:lumMod val="20000"/>
                <a:lumOff val="8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24815" bIns="0" numCol="1" spcCol="0" rtlCol="0" fromWordArt="0" anchor="t" anchorCtr="0" forceAA="0" compatLnSpc="1">
            <a:noAutofit/>
          </a:bodyPr>
          <a:lstStyle/>
          <a:p>
            <a:pPr lvl="0" algn="ctr">
              <a:buClrTx/>
              <a:buSzTx/>
              <a:buFontTx/>
            </a:pPr>
            <a:r>
              <a:rPr lang="en-US" altLang="zh-CN" sz="1400" b="1">
                <a:solidFill>
                  <a:srgbClr val="FFFFFF"/>
                </a:solidFill>
                <a:latin typeface="+mn-ea"/>
                <a:cs typeface="+mj-ea"/>
                <a:sym typeface="+mn-ea"/>
              </a:rPr>
              <a:t>Docker</a:t>
            </a:r>
            <a:r>
              <a:rPr lang="zh-CN" altLang="en-US" sz="1400" b="1">
                <a:solidFill>
                  <a:srgbClr val="FFFFFF"/>
                </a:solidFill>
                <a:latin typeface="+mn-ea"/>
                <a:cs typeface="+mj-ea"/>
                <a:sym typeface="+mn-ea"/>
              </a:rPr>
              <a:t>部署</a:t>
            </a:r>
            <a:r>
              <a:rPr lang="en-US" altLang="zh-CN" sz="1400" b="1">
                <a:solidFill>
                  <a:srgbClr val="FFFFFF"/>
                </a:solidFill>
                <a:latin typeface="+mn-ea"/>
                <a:cs typeface="+mj-ea"/>
                <a:sym typeface="+mn-ea"/>
              </a:rPr>
              <a:t>VLLM</a:t>
            </a:r>
            <a:r>
              <a:rPr lang="zh-CN" altLang="en-US" sz="1400" b="1">
                <a:solidFill>
                  <a:srgbClr val="FFFFFF"/>
                </a:solidFill>
                <a:latin typeface="+mn-ea"/>
                <a:cs typeface="+mj-ea"/>
                <a:sym typeface="+mn-ea"/>
              </a:rPr>
              <a:t>挂载</a:t>
            </a:r>
            <a:endParaRPr lang="zh-CN" altLang="en-US" sz="1400" b="1">
              <a:solidFill>
                <a:srgbClr val="FFFFFF"/>
              </a:solidFill>
              <a:latin typeface="+mn-ea"/>
              <a:cs typeface="+mj-ea"/>
              <a:sym typeface="+mn-ea"/>
            </a:endParaRPr>
          </a:p>
        </p:txBody>
      </p:sp>
      <p:sp>
        <p:nvSpPr>
          <p:cNvPr id="26" name="椭圆 25"/>
          <p:cNvSpPr/>
          <p:nvPr>
            <p:custDataLst>
              <p:tags r:id="rId20"/>
            </p:custDataLst>
          </p:nvPr>
        </p:nvSpPr>
        <p:spPr>
          <a:xfrm>
            <a:off x="2785428" y="2624455"/>
            <a:ext cx="1167130" cy="1167130"/>
          </a:xfrm>
          <a:prstGeom prst="ellipse">
            <a:avLst/>
          </a:prstGeom>
          <a:noFill/>
          <a:ln w="12700">
            <a:gradFill>
              <a:gsLst>
                <a:gs pos="0">
                  <a:srgbClr val="FFFFFF">
                    <a:alpha val="45000"/>
                  </a:srgbClr>
                </a:gs>
                <a:gs pos="100000">
                  <a:srgbClr val="FFFFFF">
                    <a:alpha val="45000"/>
                  </a:srgbClr>
                </a:gs>
                <a:gs pos="75000">
                  <a:srgbClr val="FFFFFF">
                    <a:alpha val="0"/>
                  </a:srgbClr>
                </a:gs>
                <a:gs pos="25000">
                  <a:srgbClr val="FFFFFF">
                    <a:alpha val="0"/>
                  </a:srgbClr>
                </a:gs>
              </a:gsLst>
              <a:lin ang="5400000" scaled="1"/>
            </a:gradFill>
          </a:ln>
          <a:effectLst>
            <a:outerShdw dist="12700" dir="5400000" algn="t" rotWithShape="0">
              <a:schemeClr val="accent2">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b="1">
              <a:latin typeface="+mn-ea"/>
              <a:cs typeface="微软雅黑" panose="020B0503020204020204" charset="-122"/>
              <a:sym typeface="+mn-ea"/>
            </a:endParaRPr>
          </a:p>
        </p:txBody>
      </p:sp>
      <p:sp>
        <p:nvSpPr>
          <p:cNvPr id="29" name="弧形 28"/>
          <p:cNvSpPr/>
          <p:nvPr>
            <p:custDataLst>
              <p:tags r:id="rId21"/>
            </p:custDataLst>
          </p:nvPr>
        </p:nvSpPr>
        <p:spPr>
          <a:xfrm flipV="1">
            <a:off x="2445385" y="2287270"/>
            <a:ext cx="1847215" cy="1847215"/>
          </a:xfrm>
          <a:prstGeom prst="arc">
            <a:avLst>
              <a:gd name="adj1" fmla="val 10822527"/>
              <a:gd name="adj2" fmla="val 20157622"/>
            </a:avLst>
          </a:prstGeom>
          <a:ln w="44450" cap="rnd">
            <a:solidFill>
              <a:schemeClr val="accent2">
                <a:alpha val="50000"/>
              </a:schemeClr>
            </a:solidFill>
            <a:headEnd type="none"/>
            <a:tailEnd type="triangle"/>
          </a:ln>
          <a:effectLst/>
        </p:spPr>
        <p:style>
          <a:lnRef idx="1">
            <a:schemeClr val="accent1"/>
          </a:lnRef>
          <a:fillRef idx="0">
            <a:schemeClr val="accent1"/>
          </a:fillRef>
          <a:effectRef idx="0">
            <a:schemeClr val="accent1"/>
          </a:effectRef>
          <a:fontRef idx="minor">
            <a:schemeClr val="tx1"/>
          </a:fontRef>
        </p:style>
        <p:txBody>
          <a:bodyPr rtlCol="0" anchor="ctr">
            <a:normAutofit/>
          </a:bodyPr>
          <a:lstStyle/>
          <a:p>
            <a:pPr algn="ctr"/>
            <a:endParaRPr lang="zh-CN" altLang="en-US">
              <a:latin typeface="+mn-ea"/>
            </a:endParaRPr>
          </a:p>
        </p:txBody>
      </p:sp>
      <p:sp>
        <p:nvSpPr>
          <p:cNvPr id="40" name="矩形 39"/>
          <p:cNvSpPr/>
          <p:nvPr>
            <p:custDataLst>
              <p:tags r:id="rId22"/>
            </p:custDataLst>
          </p:nvPr>
        </p:nvSpPr>
        <p:spPr>
          <a:xfrm>
            <a:off x="8197215" y="4369435"/>
            <a:ext cx="1304290" cy="1967865"/>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sz="1400">
                <a:solidFill>
                  <a:schemeClr val="tx1">
                    <a:lumMod val="85000"/>
                    <a:lumOff val="15000"/>
                  </a:schemeClr>
                </a:solidFill>
                <a:latin typeface="+mn-ea"/>
                <a:cs typeface="+mn-ea"/>
                <a:sym typeface="+mn-ea"/>
              </a:rPr>
              <a:t>在前后端文件夹中打开</a:t>
            </a:r>
            <a:r>
              <a:rPr lang="en-US" altLang="zh-CN" sz="1400">
                <a:solidFill>
                  <a:schemeClr val="tx1">
                    <a:lumMod val="85000"/>
                    <a:lumOff val="15000"/>
                  </a:schemeClr>
                </a:solidFill>
                <a:latin typeface="+mn-ea"/>
                <a:cs typeface="+mn-ea"/>
                <a:sym typeface="+mn-ea"/>
              </a:rPr>
              <a:t>CMD</a:t>
            </a:r>
            <a:r>
              <a:rPr lang="zh-CN" altLang="en-US" sz="1400">
                <a:solidFill>
                  <a:schemeClr val="tx1">
                    <a:lumMod val="85000"/>
                    <a:lumOff val="15000"/>
                  </a:schemeClr>
                </a:solidFill>
                <a:latin typeface="+mn-ea"/>
                <a:cs typeface="+mn-ea"/>
                <a:sym typeface="+mn-ea"/>
              </a:rPr>
              <a:t>输入相应的指令打开前端提问和后端访问页面并进行测试</a:t>
            </a:r>
            <a:endParaRPr lang="en-US" altLang="zh-CN" sz="1400">
              <a:solidFill>
                <a:schemeClr val="tx1">
                  <a:lumMod val="85000"/>
                  <a:lumOff val="15000"/>
                </a:schemeClr>
              </a:solidFill>
              <a:latin typeface="+mn-ea"/>
              <a:cs typeface="+mn-ea"/>
              <a:sym typeface="+mn-ea"/>
            </a:endParaRPr>
          </a:p>
        </p:txBody>
      </p:sp>
      <p:sp>
        <p:nvSpPr>
          <p:cNvPr id="12" name="椭圆 11"/>
          <p:cNvSpPr/>
          <p:nvPr>
            <p:custDataLst>
              <p:tags r:id="rId23"/>
            </p:custDataLst>
          </p:nvPr>
        </p:nvSpPr>
        <p:spPr>
          <a:xfrm>
            <a:off x="8122603" y="2482215"/>
            <a:ext cx="1452880" cy="1452245"/>
          </a:xfrm>
          <a:prstGeom prst="ellipse">
            <a:avLst/>
          </a:prstGeom>
          <a:solidFill>
            <a:schemeClr val="accent5">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latin typeface="+mn-ea"/>
            </a:endParaRPr>
          </a:p>
        </p:txBody>
      </p:sp>
      <p:sp>
        <p:nvSpPr>
          <p:cNvPr id="22" name="椭圆 21"/>
          <p:cNvSpPr/>
          <p:nvPr>
            <p:custDataLst>
              <p:tags r:id="rId24"/>
            </p:custDataLst>
          </p:nvPr>
        </p:nvSpPr>
        <p:spPr>
          <a:xfrm>
            <a:off x="8197533" y="2557780"/>
            <a:ext cx="1303020" cy="1303020"/>
          </a:xfrm>
          <a:prstGeom prst="ellipse">
            <a:avLst/>
          </a:prstGeom>
          <a:solidFill>
            <a:schemeClr val="accent5"/>
          </a:solidFill>
          <a:ln>
            <a:noFill/>
          </a:ln>
          <a:effectLst>
            <a:innerShdw blurRad="152400">
              <a:schemeClr val="accent1">
                <a:lumMod val="20000"/>
                <a:lumOff val="8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24815" bIns="0" numCol="1" spcCol="0" rtlCol="0" fromWordArt="0" anchor="t" anchorCtr="0" forceAA="0" compatLnSpc="1">
            <a:noAutofit/>
          </a:bodyPr>
          <a:lstStyle/>
          <a:p>
            <a:pPr lvl="0" algn="ctr">
              <a:buClrTx/>
              <a:buSzTx/>
              <a:buFontTx/>
            </a:pPr>
            <a:r>
              <a:rPr lang="zh-CN" sz="1400" b="1">
                <a:solidFill>
                  <a:srgbClr val="FFFFFF"/>
                </a:solidFill>
                <a:latin typeface="+mn-ea"/>
                <a:cs typeface="+mj-ea"/>
                <a:sym typeface="+mn-ea"/>
              </a:rPr>
              <a:t>使用</a:t>
            </a:r>
            <a:r>
              <a:rPr lang="en-US" altLang="zh-CN" sz="1400" b="1">
                <a:solidFill>
                  <a:srgbClr val="FFFFFF"/>
                </a:solidFill>
                <a:latin typeface="+mn-ea"/>
                <a:cs typeface="+mj-ea"/>
                <a:sym typeface="+mn-ea"/>
              </a:rPr>
              <a:t>CMD</a:t>
            </a:r>
            <a:r>
              <a:rPr lang="zh-CN" altLang="en-US" sz="1400" b="1">
                <a:solidFill>
                  <a:srgbClr val="FFFFFF"/>
                </a:solidFill>
                <a:latin typeface="+mn-ea"/>
                <a:cs typeface="+mj-ea"/>
                <a:sym typeface="+mn-ea"/>
              </a:rPr>
              <a:t>终端打开网页</a:t>
            </a:r>
            <a:endParaRPr lang="en-US" altLang="zh-CN" sz="1400" b="1">
              <a:solidFill>
                <a:srgbClr val="FFFFFF"/>
              </a:solidFill>
              <a:latin typeface="+mn-ea"/>
              <a:cs typeface="+mj-ea"/>
              <a:sym typeface="+mn-ea"/>
            </a:endParaRPr>
          </a:p>
        </p:txBody>
      </p:sp>
      <p:sp>
        <p:nvSpPr>
          <p:cNvPr id="23" name="椭圆 22"/>
          <p:cNvSpPr/>
          <p:nvPr>
            <p:custDataLst>
              <p:tags r:id="rId25"/>
            </p:custDataLst>
          </p:nvPr>
        </p:nvSpPr>
        <p:spPr>
          <a:xfrm>
            <a:off x="8265478" y="2624455"/>
            <a:ext cx="1167130" cy="1167130"/>
          </a:xfrm>
          <a:prstGeom prst="ellipse">
            <a:avLst/>
          </a:prstGeom>
          <a:noFill/>
          <a:ln w="12700">
            <a:gradFill>
              <a:gsLst>
                <a:gs pos="0">
                  <a:srgbClr val="FFFFFF">
                    <a:alpha val="45000"/>
                  </a:srgbClr>
                </a:gs>
                <a:gs pos="100000">
                  <a:srgbClr val="FFFFFF">
                    <a:alpha val="45000"/>
                  </a:srgbClr>
                </a:gs>
                <a:gs pos="75000">
                  <a:srgbClr val="FFFFFF">
                    <a:alpha val="0"/>
                  </a:srgbClr>
                </a:gs>
                <a:gs pos="25000">
                  <a:srgbClr val="FFFFFF">
                    <a:alpha val="0"/>
                  </a:srgbClr>
                </a:gs>
              </a:gsLst>
              <a:lin ang="5400000" scaled="1"/>
            </a:gradFill>
          </a:ln>
          <a:effectLst>
            <a:outerShdw dist="12700" dir="5400000" algn="t" rotWithShape="0">
              <a:schemeClr val="accent5">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sz="1600" b="1">
              <a:latin typeface="+mn-ea"/>
              <a:cs typeface="微软雅黑" panose="020B0503020204020204" charset="-122"/>
              <a:sym typeface="+mn-ea"/>
            </a:endParaRPr>
          </a:p>
        </p:txBody>
      </p:sp>
      <p:sp>
        <p:nvSpPr>
          <p:cNvPr id="27" name="弧形 26"/>
          <p:cNvSpPr/>
          <p:nvPr>
            <p:custDataLst>
              <p:tags r:id="rId26"/>
            </p:custDataLst>
          </p:nvPr>
        </p:nvSpPr>
        <p:spPr>
          <a:xfrm flipV="1">
            <a:off x="7925435" y="2287270"/>
            <a:ext cx="1847215" cy="1847215"/>
          </a:xfrm>
          <a:prstGeom prst="arc">
            <a:avLst>
              <a:gd name="adj1" fmla="val 1352946"/>
              <a:gd name="adj2" fmla="val 10848491"/>
            </a:avLst>
          </a:prstGeom>
          <a:ln w="44450" cap="rnd">
            <a:solidFill>
              <a:schemeClr val="accent5">
                <a:alpha val="50000"/>
              </a:schemeClr>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normAutofit/>
          </a:bodyPr>
          <a:lstStyle/>
          <a:p>
            <a:pPr algn="ctr"/>
            <a:endParaRPr lang="zh-CN" altLang="en-US">
              <a:latin typeface="+mn-ea"/>
            </a:endParaRPr>
          </a:p>
        </p:txBody>
      </p:sp>
      <p:sp>
        <p:nvSpPr>
          <p:cNvPr id="42" name="椭圆 41"/>
          <p:cNvSpPr/>
          <p:nvPr>
            <p:custDataLst>
              <p:tags r:id="rId27"/>
            </p:custDataLst>
          </p:nvPr>
        </p:nvSpPr>
        <p:spPr>
          <a:xfrm>
            <a:off x="9979343" y="2482215"/>
            <a:ext cx="1452880" cy="1452245"/>
          </a:xfrm>
          <a:prstGeom prst="ellipse">
            <a:avLst/>
          </a:prstGeom>
          <a:solidFill>
            <a:schemeClr val="accent6">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latin typeface="+mn-ea"/>
            </a:endParaRPr>
          </a:p>
        </p:txBody>
      </p:sp>
      <p:sp>
        <p:nvSpPr>
          <p:cNvPr id="43" name="椭圆 42"/>
          <p:cNvSpPr/>
          <p:nvPr>
            <p:custDataLst>
              <p:tags r:id="rId28"/>
            </p:custDataLst>
          </p:nvPr>
        </p:nvSpPr>
        <p:spPr>
          <a:xfrm>
            <a:off x="10054273" y="2557780"/>
            <a:ext cx="1303020" cy="1303020"/>
          </a:xfrm>
          <a:prstGeom prst="ellipse">
            <a:avLst/>
          </a:prstGeom>
          <a:solidFill>
            <a:schemeClr val="accent6"/>
          </a:solidFill>
          <a:ln>
            <a:noFill/>
          </a:ln>
          <a:effectLst>
            <a:innerShdw blurRad="152400">
              <a:schemeClr val="accent4">
                <a:lumMod val="20000"/>
                <a:lumOff val="8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24815" bIns="0" numCol="1" spcCol="0" rtlCol="0" fromWordArt="0" anchor="t" anchorCtr="0" forceAA="0" compatLnSpc="1">
            <a:noAutofit/>
          </a:bodyPr>
          <a:lstStyle/>
          <a:p>
            <a:pPr lvl="0" algn="ctr">
              <a:buClrTx/>
              <a:buSzTx/>
              <a:buFontTx/>
            </a:pPr>
            <a:r>
              <a:rPr lang="zh-CN" altLang="en-US" sz="1400" b="1">
                <a:solidFill>
                  <a:srgbClr val="FFFFFF"/>
                </a:solidFill>
                <a:latin typeface="+mn-ea"/>
                <a:cs typeface="+mj-ea"/>
                <a:sym typeface="+mn-ea"/>
              </a:rPr>
              <a:t>用户提问</a:t>
            </a:r>
            <a:endParaRPr lang="zh-CN" altLang="en-US" sz="1400" b="1">
              <a:solidFill>
                <a:srgbClr val="FFFFFF"/>
              </a:solidFill>
              <a:latin typeface="+mn-ea"/>
              <a:cs typeface="+mj-ea"/>
              <a:sym typeface="+mn-ea"/>
            </a:endParaRPr>
          </a:p>
          <a:p>
            <a:pPr lvl="0" algn="ctr">
              <a:buClrTx/>
              <a:buSzTx/>
              <a:buFontTx/>
            </a:pPr>
            <a:r>
              <a:rPr lang="zh-CN" altLang="en-US" sz="1400" b="1">
                <a:solidFill>
                  <a:srgbClr val="FFFFFF"/>
                </a:solidFill>
                <a:latin typeface="+mn-ea"/>
                <a:cs typeface="+mj-ea"/>
                <a:sym typeface="+mn-ea"/>
              </a:rPr>
              <a:t>消息返回</a:t>
            </a:r>
            <a:endParaRPr lang="zh-CN" altLang="en-US" sz="1400" b="1">
              <a:solidFill>
                <a:srgbClr val="FFFFFF"/>
              </a:solidFill>
              <a:latin typeface="+mn-ea"/>
              <a:cs typeface="+mj-ea"/>
              <a:sym typeface="+mn-ea"/>
            </a:endParaRPr>
          </a:p>
        </p:txBody>
      </p:sp>
      <p:sp>
        <p:nvSpPr>
          <p:cNvPr id="44" name="椭圆 43"/>
          <p:cNvSpPr/>
          <p:nvPr>
            <p:custDataLst>
              <p:tags r:id="rId29"/>
            </p:custDataLst>
          </p:nvPr>
        </p:nvSpPr>
        <p:spPr>
          <a:xfrm>
            <a:off x="10122218" y="2624455"/>
            <a:ext cx="1167130" cy="1167130"/>
          </a:xfrm>
          <a:prstGeom prst="ellipse">
            <a:avLst/>
          </a:prstGeom>
          <a:noFill/>
          <a:ln w="12700">
            <a:gradFill>
              <a:gsLst>
                <a:gs pos="0">
                  <a:srgbClr val="FFFFFF">
                    <a:alpha val="45000"/>
                  </a:srgbClr>
                </a:gs>
                <a:gs pos="100000">
                  <a:srgbClr val="FFFFFF">
                    <a:alpha val="45000"/>
                  </a:srgbClr>
                </a:gs>
                <a:gs pos="75000">
                  <a:srgbClr val="FFFFFF">
                    <a:alpha val="0"/>
                  </a:srgbClr>
                </a:gs>
                <a:gs pos="25000">
                  <a:srgbClr val="FFFFFF">
                    <a:alpha val="0"/>
                  </a:srgbClr>
                </a:gs>
              </a:gsLst>
              <a:lin ang="5400000" scaled="1"/>
            </a:gradFill>
          </a:ln>
          <a:effectLst>
            <a:outerShdw dist="12700" dir="5400000" algn="t" rotWithShape="0">
              <a:schemeClr val="accent6">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sz="1600" b="1">
              <a:latin typeface="+mn-ea"/>
              <a:cs typeface="微软雅黑" panose="020B0503020204020204" charset="-122"/>
              <a:sym typeface="+mn-ea"/>
            </a:endParaRPr>
          </a:p>
        </p:txBody>
      </p:sp>
      <p:sp>
        <p:nvSpPr>
          <p:cNvPr id="45" name="弧形 44"/>
          <p:cNvSpPr/>
          <p:nvPr>
            <p:custDataLst>
              <p:tags r:id="rId30"/>
            </p:custDataLst>
          </p:nvPr>
        </p:nvSpPr>
        <p:spPr>
          <a:xfrm flipV="1">
            <a:off x="9782175" y="2287270"/>
            <a:ext cx="1847215" cy="1847215"/>
          </a:xfrm>
          <a:prstGeom prst="arc">
            <a:avLst>
              <a:gd name="adj1" fmla="val 10822527"/>
              <a:gd name="adj2" fmla="val 20157622"/>
            </a:avLst>
          </a:prstGeom>
          <a:ln w="44450" cap="rnd">
            <a:solidFill>
              <a:schemeClr val="accent6">
                <a:alpha val="50000"/>
              </a:schemeClr>
            </a:solidFill>
            <a:headEnd type="none"/>
            <a:tailEnd type="triangle"/>
          </a:ln>
          <a:effectLst/>
        </p:spPr>
        <p:style>
          <a:lnRef idx="1">
            <a:schemeClr val="accent1"/>
          </a:lnRef>
          <a:fillRef idx="0">
            <a:schemeClr val="accent1"/>
          </a:fillRef>
          <a:effectRef idx="0">
            <a:schemeClr val="accent1"/>
          </a:effectRef>
          <a:fontRef idx="minor">
            <a:schemeClr val="tx1"/>
          </a:fontRef>
        </p:style>
        <p:txBody>
          <a:bodyPr rtlCol="0" anchor="ctr">
            <a:normAutofit/>
          </a:bodyPr>
          <a:lstStyle/>
          <a:p>
            <a:pPr algn="ctr"/>
            <a:endParaRPr lang="zh-CN" altLang="en-US">
              <a:latin typeface="+mn-ea"/>
            </a:endParaRPr>
          </a:p>
        </p:txBody>
      </p:sp>
      <p:sp>
        <p:nvSpPr>
          <p:cNvPr id="41" name="矩形 40"/>
          <p:cNvSpPr/>
          <p:nvPr>
            <p:custDataLst>
              <p:tags r:id="rId31"/>
            </p:custDataLst>
          </p:nvPr>
        </p:nvSpPr>
        <p:spPr>
          <a:xfrm>
            <a:off x="10053955" y="4369435"/>
            <a:ext cx="1304290" cy="1967865"/>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sz="1400">
                <a:solidFill>
                  <a:schemeClr val="tx1">
                    <a:lumMod val="85000"/>
                    <a:lumOff val="15000"/>
                  </a:schemeClr>
                </a:solidFill>
                <a:latin typeface="+mn-ea"/>
                <a:cs typeface="+mn-ea"/>
                <a:sym typeface="+mn-ea"/>
              </a:rPr>
              <a:t>用户从前端发送消息后端服务接受后调用</a:t>
            </a:r>
            <a:r>
              <a:rPr lang="en-US" altLang="zh-CN" sz="1400">
                <a:solidFill>
                  <a:schemeClr val="tx1">
                    <a:lumMod val="85000"/>
                    <a:lumOff val="15000"/>
                  </a:schemeClr>
                </a:solidFill>
                <a:latin typeface="+mn-ea"/>
                <a:cs typeface="+mn-ea"/>
                <a:sym typeface="+mn-ea"/>
              </a:rPr>
              <a:t>Dify API</a:t>
            </a:r>
            <a:r>
              <a:rPr lang="zh-CN" altLang="en-US" sz="1400">
                <a:solidFill>
                  <a:schemeClr val="tx1">
                    <a:lumMod val="85000"/>
                    <a:lumOff val="15000"/>
                  </a:schemeClr>
                </a:solidFill>
                <a:latin typeface="+mn-ea"/>
                <a:cs typeface="+mn-ea"/>
                <a:sym typeface="+mn-ea"/>
              </a:rPr>
              <a:t>并进行工作流运行，完毕后返回给前端用户</a:t>
            </a:r>
            <a:endParaRPr lang="zh-CN" altLang="en-US" sz="1400">
              <a:solidFill>
                <a:schemeClr val="tx1">
                  <a:lumMod val="85000"/>
                  <a:lumOff val="15000"/>
                </a:schemeClr>
              </a:solidFill>
              <a:latin typeface="+mn-ea"/>
              <a:cs typeface="+mn-ea"/>
              <a:sym typeface="+mn-ea"/>
            </a:endParaRPr>
          </a:p>
        </p:txBody>
      </p:sp>
      <p:pic>
        <p:nvPicPr>
          <p:cNvPr id="47" name="图片 15" descr="343439383331313b343532303033313bd3a6d3c3c9ccb3c7"/>
          <p:cNvPicPr>
            <a:picLocks noChangeAspect="1"/>
          </p:cNvPicPr>
          <p:nvPr>
            <p:custDataLst>
              <p:tags r:id="rId32"/>
            </p:custDataLst>
          </p:nvPr>
        </p:nvPicPr>
        <p:blipFill>
          <a:blip r:embed="rId33">
            <a:extLst>
              <a:ext uri="{96DAC541-7B7A-43D3-8B79-37D633B846F1}">
                <asvg:svgBlip xmlns:asvg="http://schemas.microsoft.com/office/drawing/2016/SVG/main" r:embed="rId34"/>
              </a:ext>
            </a:extLst>
          </a:blip>
          <a:stretch>
            <a:fillRect/>
          </a:stretch>
        </p:blipFill>
        <p:spPr>
          <a:xfrm>
            <a:off x="1425576" y="2801621"/>
            <a:ext cx="252000" cy="252000"/>
          </a:xfrm>
          <a:prstGeom prst="rect">
            <a:avLst/>
          </a:prstGeom>
        </p:spPr>
      </p:pic>
      <p:pic>
        <p:nvPicPr>
          <p:cNvPr id="51" name="图片 19" descr="343435383038363b343532323339393bd6b4d0d0d5aad2aa"/>
          <p:cNvPicPr>
            <a:picLocks noChangeAspect="1"/>
          </p:cNvPicPr>
          <p:nvPr>
            <p:custDataLst>
              <p:tags r:id="rId35"/>
            </p:custDataLst>
          </p:nvPr>
        </p:nvPicPr>
        <p:blipFill>
          <a:blip r:embed="rId36">
            <a:extLst>
              <a:ext uri="{96DAC541-7B7A-43D3-8B79-37D633B846F1}">
                <asvg:svgBlip xmlns:asvg="http://schemas.microsoft.com/office/drawing/2016/SVG/main" r:embed="rId37"/>
              </a:ext>
            </a:extLst>
          </a:blip>
          <a:stretch>
            <a:fillRect/>
          </a:stretch>
        </p:blipFill>
        <p:spPr>
          <a:xfrm>
            <a:off x="3245486" y="2820671"/>
            <a:ext cx="252000" cy="252000"/>
          </a:xfrm>
          <a:prstGeom prst="rect">
            <a:avLst/>
          </a:prstGeom>
        </p:spPr>
      </p:pic>
      <p:pic>
        <p:nvPicPr>
          <p:cNvPr id="52" name="图片 11" descr="343439383331313b343532303032373bbfcdbba7b5b5b0b8"/>
          <p:cNvPicPr>
            <a:picLocks noChangeAspect="1"/>
          </p:cNvPicPr>
          <p:nvPr>
            <p:custDataLst>
              <p:tags r:id="rId38"/>
            </p:custDataLst>
          </p:nvPr>
        </p:nvPicPr>
        <p:blipFill>
          <a:blip r:embed="rId39">
            <a:extLst>
              <a:ext uri="{96DAC541-7B7A-43D3-8B79-37D633B846F1}">
                <asvg:svgBlip xmlns:asvg="http://schemas.microsoft.com/office/drawing/2016/SVG/main" r:embed="rId40"/>
              </a:ext>
            </a:extLst>
          </a:blip>
          <a:stretch>
            <a:fillRect/>
          </a:stretch>
        </p:blipFill>
        <p:spPr>
          <a:xfrm>
            <a:off x="8712009" y="2855876"/>
            <a:ext cx="252000" cy="252000"/>
          </a:xfrm>
          <a:prstGeom prst="rect">
            <a:avLst/>
          </a:prstGeom>
        </p:spPr>
      </p:pic>
      <p:pic>
        <p:nvPicPr>
          <p:cNvPr id="54" name="图片 12" descr="343439383331313b343532303032383bbfcdbba7b9dcc0ed"/>
          <p:cNvPicPr>
            <a:picLocks noChangeAspect="1"/>
          </p:cNvPicPr>
          <p:nvPr>
            <p:custDataLst>
              <p:tags r:id="rId41"/>
            </p:custDataLst>
          </p:nvPr>
        </p:nvPicPr>
        <p:blipFill>
          <a:blip r:embed="rId42">
            <a:extLst>
              <a:ext uri="{96DAC541-7B7A-43D3-8B79-37D633B846F1}">
                <asvg:svgBlip xmlns:asvg="http://schemas.microsoft.com/office/drawing/2016/SVG/main" r:embed="rId43"/>
              </a:ext>
            </a:extLst>
          </a:blip>
          <a:stretch>
            <a:fillRect/>
          </a:stretch>
        </p:blipFill>
        <p:spPr>
          <a:xfrm>
            <a:off x="6892855" y="2821071"/>
            <a:ext cx="252000" cy="252000"/>
          </a:xfrm>
          <a:prstGeom prst="rect">
            <a:avLst/>
          </a:prstGeom>
        </p:spPr>
      </p:pic>
      <p:pic>
        <p:nvPicPr>
          <p:cNvPr id="55" name="图片 16" descr="343439383331313b343532303033323bd3a6d3c3b9dcc0ed"/>
          <p:cNvPicPr>
            <a:picLocks noChangeAspect="1"/>
          </p:cNvPicPr>
          <p:nvPr>
            <p:custDataLst>
              <p:tags r:id="rId44"/>
            </p:custDataLst>
          </p:nvPr>
        </p:nvPicPr>
        <p:blipFill>
          <a:blip r:embed="rId45">
            <a:extLst>
              <a:ext uri="{96DAC541-7B7A-43D3-8B79-37D633B846F1}">
                <asvg:svgBlip xmlns:asvg="http://schemas.microsoft.com/office/drawing/2016/SVG/main" r:embed="rId46"/>
              </a:ext>
            </a:extLst>
          </a:blip>
          <a:stretch>
            <a:fillRect/>
          </a:stretch>
        </p:blipFill>
        <p:spPr>
          <a:xfrm>
            <a:off x="5060920" y="2821204"/>
            <a:ext cx="252000" cy="252000"/>
          </a:xfrm>
          <a:prstGeom prst="rect">
            <a:avLst/>
          </a:prstGeom>
        </p:spPr>
      </p:pic>
      <p:pic>
        <p:nvPicPr>
          <p:cNvPr id="56" name="图片 8" descr="343439383331313b343532303032343bb7a2b2bcb9dcc0ed"/>
          <p:cNvPicPr>
            <a:picLocks noChangeAspect="1"/>
          </p:cNvPicPr>
          <p:nvPr>
            <p:custDataLst>
              <p:tags r:id="rId47"/>
            </p:custDataLst>
          </p:nvPr>
        </p:nvPicPr>
        <p:blipFill>
          <a:blip r:embed="rId48">
            <a:extLst>
              <a:ext uri="{96DAC541-7B7A-43D3-8B79-37D633B846F1}">
                <asvg:svgBlip xmlns:asvg="http://schemas.microsoft.com/office/drawing/2016/SVG/main" r:embed="rId49"/>
              </a:ext>
            </a:extLst>
          </a:blip>
          <a:stretch>
            <a:fillRect/>
          </a:stretch>
        </p:blipFill>
        <p:spPr>
          <a:xfrm>
            <a:off x="10561148" y="2855304"/>
            <a:ext cx="252000" cy="252000"/>
          </a:xfrm>
          <a:prstGeom prst="rect">
            <a:avLst/>
          </a:prstGeom>
        </p:spPr>
      </p:pic>
    </p:spTree>
    <p:custDataLst>
      <p:tags r:id="rId50"/>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5"/>
            <p:custDataLst>
              <p:tags r:id="rId1"/>
            </p:custDataLst>
          </p:nvPr>
        </p:nvSpPr>
        <p:spPr/>
        <p:txBody>
          <a:bodyPr/>
          <a:p>
            <a:r>
              <a:rPr dirty="0">
                <a:cs typeface="MiSans Normal" panose="00000500000000000000" charset="-122"/>
                <a:sym typeface="+mn-ea"/>
              </a:rPr>
              <a:t>项目架构与工具选择</a:t>
            </a:r>
            <a:endParaRPr lang="zh-CN" altLang="en-US"/>
          </a:p>
        </p:txBody>
      </p:sp>
      <p:sp>
        <p:nvSpPr>
          <p:cNvPr id="3" name="文本占位符 2"/>
          <p:cNvSpPr>
            <a:spLocks noGrp="1"/>
          </p:cNvSpPr>
          <p:nvPr>
            <p:ph type="body" idx="1"/>
            <p:custDataLst>
              <p:tags r:id="rId2"/>
            </p:custDataLst>
          </p:nvPr>
        </p:nvSpPr>
        <p:spPr/>
        <p:txBody>
          <a:bodyPr/>
          <a:p>
            <a:r>
              <a:t>03</a:t>
            </a: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139135"/>
            <a:ext cx="10969200" cy="705600"/>
          </a:xfrm>
        </p:spPr>
        <p:txBody>
          <a:bodyPr/>
          <a:lstStyle/>
          <a:p>
            <a:r>
              <a:rPr>
                <a:sym typeface="+mn-ea"/>
              </a:rPr>
              <a:t>项目架构与工具选择</a:t>
            </a:r>
            <a:endParaRPr lang="zh-CN" altLang="en-US">
              <a:latin typeface="+mj-ea"/>
              <a:ea typeface="+mj-ea"/>
              <a:sym typeface="+mn-ea"/>
            </a:endParaRPr>
          </a:p>
        </p:txBody>
      </p:sp>
      <p:sp>
        <p:nvSpPr>
          <p:cNvPr id="4" name="平行四边形 3"/>
          <p:cNvSpPr/>
          <p:nvPr>
            <p:custDataLst>
              <p:tags r:id="rId2"/>
            </p:custDataLst>
          </p:nvPr>
        </p:nvSpPr>
        <p:spPr>
          <a:xfrm rot="16200000">
            <a:off x="4065270" y="2637155"/>
            <a:ext cx="529590" cy="613410"/>
          </a:xfrm>
          <a:prstGeom prst="parallelogram">
            <a:avLst>
              <a:gd name="adj" fmla="val 47404"/>
            </a:avLst>
          </a:prstGeom>
          <a:gradFill>
            <a:gsLst>
              <a:gs pos="0">
                <a:schemeClr val="accent1">
                  <a:lumMod val="85000"/>
                </a:schemeClr>
              </a:gs>
              <a:gs pos="100000">
                <a:schemeClr val="accent1">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5" name="平行四边形 4"/>
          <p:cNvSpPr/>
          <p:nvPr>
            <p:custDataLst>
              <p:tags r:id="rId3"/>
            </p:custDataLst>
          </p:nvPr>
        </p:nvSpPr>
        <p:spPr>
          <a:xfrm rot="16200000">
            <a:off x="4065270" y="4213225"/>
            <a:ext cx="529590" cy="613410"/>
          </a:xfrm>
          <a:prstGeom prst="parallelogram">
            <a:avLst>
              <a:gd name="adj" fmla="val 47404"/>
            </a:avLst>
          </a:prstGeom>
          <a:gradFill>
            <a:gsLst>
              <a:gs pos="0">
                <a:schemeClr val="accent3">
                  <a:lumMod val="85000"/>
                </a:schemeClr>
              </a:gs>
              <a:gs pos="100000">
                <a:schemeClr val="accent3"/>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4" name="平行四边形 13"/>
          <p:cNvSpPr/>
          <p:nvPr>
            <p:custDataLst>
              <p:tags r:id="rId4"/>
            </p:custDataLst>
          </p:nvPr>
        </p:nvSpPr>
        <p:spPr>
          <a:xfrm rot="16200000" flipV="1">
            <a:off x="7600315" y="3422015"/>
            <a:ext cx="529590" cy="619760"/>
          </a:xfrm>
          <a:prstGeom prst="parallelogram">
            <a:avLst>
              <a:gd name="adj" fmla="val 47404"/>
            </a:avLst>
          </a:prstGeom>
          <a:gradFill>
            <a:gsLst>
              <a:gs pos="0">
                <a:schemeClr val="accent2">
                  <a:lumMod val="75000"/>
                </a:schemeClr>
              </a:gs>
              <a:gs pos="100000">
                <a:schemeClr val="accent2">
                  <a:lumMod val="9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8" name="平行四边形 17"/>
          <p:cNvSpPr/>
          <p:nvPr>
            <p:custDataLst>
              <p:tags r:id="rId5"/>
            </p:custDataLst>
          </p:nvPr>
        </p:nvSpPr>
        <p:spPr>
          <a:xfrm rot="16200000" flipV="1">
            <a:off x="7600315" y="4998085"/>
            <a:ext cx="529590" cy="619760"/>
          </a:xfrm>
          <a:prstGeom prst="parallelogram">
            <a:avLst>
              <a:gd name="adj" fmla="val 47404"/>
            </a:avLst>
          </a:prstGeom>
          <a:gradFill>
            <a:gsLst>
              <a:gs pos="0">
                <a:schemeClr val="accent4">
                  <a:lumMod val="75000"/>
                </a:schemeClr>
              </a:gs>
              <a:gs pos="100000">
                <a:schemeClr val="accent4">
                  <a:lumMod val="9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28" name="直接连接符 27"/>
          <p:cNvCxnSpPr/>
          <p:nvPr>
            <p:custDataLst>
              <p:tags r:id="rId6"/>
            </p:custDataLst>
          </p:nvPr>
        </p:nvCxnSpPr>
        <p:spPr>
          <a:xfrm>
            <a:off x="7451090" y="2632075"/>
            <a:ext cx="965200" cy="0"/>
          </a:xfrm>
          <a:prstGeom prst="line">
            <a:avLst/>
          </a:prstGeom>
          <a:ln w="9525">
            <a:solidFill>
              <a:schemeClr val="accent1">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29" name="直接连接符 28"/>
          <p:cNvCxnSpPr/>
          <p:nvPr>
            <p:custDataLst>
              <p:tags r:id="rId7"/>
            </p:custDataLst>
          </p:nvPr>
        </p:nvCxnSpPr>
        <p:spPr>
          <a:xfrm>
            <a:off x="7451090" y="4250055"/>
            <a:ext cx="965200" cy="0"/>
          </a:xfrm>
          <a:prstGeom prst="line">
            <a:avLst/>
          </a:prstGeom>
          <a:ln w="9525">
            <a:solidFill>
              <a:schemeClr val="accent3">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sp>
        <p:nvSpPr>
          <p:cNvPr id="33" name="椭圆 32"/>
          <p:cNvSpPr/>
          <p:nvPr>
            <p:custDataLst>
              <p:tags r:id="rId8"/>
            </p:custDataLst>
          </p:nvPr>
        </p:nvSpPr>
        <p:spPr>
          <a:xfrm>
            <a:off x="8484870" y="2437765"/>
            <a:ext cx="388620" cy="388620"/>
          </a:xfrm>
          <a:prstGeom prst="ellipse">
            <a:avLst/>
          </a:prstGeom>
          <a:gradFill>
            <a:gsLst>
              <a:gs pos="0">
                <a:schemeClr val="accent1">
                  <a:lumMod val="75000"/>
                  <a:lumOff val="25000"/>
                </a:schemeClr>
              </a:gs>
              <a:gs pos="100000">
                <a:schemeClr val="accent1">
                  <a:lumMod val="85000"/>
                  <a:lumOff val="15000"/>
                </a:schemeClr>
              </a:gs>
            </a:gsLst>
            <a:lin ang="2640000" scaled="0"/>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cxnSp>
        <p:nvCxnSpPr>
          <p:cNvPr id="35" name="直接连接符 34"/>
          <p:cNvCxnSpPr/>
          <p:nvPr>
            <p:custDataLst>
              <p:tags r:id="rId9"/>
            </p:custDataLst>
          </p:nvPr>
        </p:nvCxnSpPr>
        <p:spPr>
          <a:xfrm>
            <a:off x="3770630" y="3441065"/>
            <a:ext cx="965200" cy="0"/>
          </a:xfrm>
          <a:prstGeom prst="line">
            <a:avLst/>
          </a:prstGeom>
          <a:ln w="9525">
            <a:solidFill>
              <a:schemeClr val="accent2">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36" name="直接连接符 35"/>
          <p:cNvCxnSpPr/>
          <p:nvPr>
            <p:custDataLst>
              <p:tags r:id="rId10"/>
            </p:custDataLst>
          </p:nvPr>
        </p:nvCxnSpPr>
        <p:spPr>
          <a:xfrm>
            <a:off x="3770630" y="5043170"/>
            <a:ext cx="965200" cy="0"/>
          </a:xfrm>
          <a:prstGeom prst="line">
            <a:avLst/>
          </a:prstGeom>
          <a:ln w="9525">
            <a:solidFill>
              <a:schemeClr val="accent4">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sp>
        <p:nvSpPr>
          <p:cNvPr id="37" name="椭圆 36"/>
          <p:cNvSpPr/>
          <p:nvPr>
            <p:custDataLst>
              <p:tags r:id="rId11"/>
            </p:custDataLst>
          </p:nvPr>
        </p:nvSpPr>
        <p:spPr>
          <a:xfrm>
            <a:off x="8484870" y="4055745"/>
            <a:ext cx="388620" cy="388620"/>
          </a:xfrm>
          <a:prstGeom prst="ellipse">
            <a:avLst/>
          </a:prstGeom>
          <a:gradFill>
            <a:gsLst>
              <a:gs pos="0">
                <a:schemeClr val="accent3">
                  <a:lumMod val="75000"/>
                  <a:lumOff val="25000"/>
                </a:schemeClr>
              </a:gs>
              <a:gs pos="100000">
                <a:schemeClr val="accent3">
                  <a:lumMod val="85000"/>
                  <a:lumOff val="15000"/>
                </a:schemeClr>
              </a:gs>
            </a:gsLst>
            <a:lin ang="2640000" scaled="0"/>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1" name="椭圆 40"/>
          <p:cNvSpPr/>
          <p:nvPr>
            <p:custDataLst>
              <p:tags r:id="rId12"/>
            </p:custDataLst>
          </p:nvPr>
        </p:nvSpPr>
        <p:spPr>
          <a:xfrm>
            <a:off x="3322062" y="3247540"/>
            <a:ext cx="388620" cy="388620"/>
          </a:xfrm>
          <a:prstGeom prst="ellipse">
            <a:avLst/>
          </a:prstGeom>
          <a:gradFill>
            <a:gsLst>
              <a:gs pos="0">
                <a:schemeClr val="accent2">
                  <a:lumMod val="75000"/>
                  <a:lumOff val="25000"/>
                </a:schemeClr>
              </a:gs>
              <a:gs pos="100000">
                <a:schemeClr val="accent2">
                  <a:lumMod val="85000"/>
                  <a:lumOff val="15000"/>
                </a:schemeClr>
              </a:gs>
            </a:gsLst>
            <a:lin ang="2640000" scaled="0"/>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2" name="椭圆 41"/>
          <p:cNvSpPr/>
          <p:nvPr>
            <p:custDataLst>
              <p:tags r:id="rId13"/>
            </p:custDataLst>
          </p:nvPr>
        </p:nvSpPr>
        <p:spPr>
          <a:xfrm>
            <a:off x="3315335" y="4848860"/>
            <a:ext cx="388620" cy="388620"/>
          </a:xfrm>
          <a:prstGeom prst="ellipse">
            <a:avLst/>
          </a:prstGeom>
          <a:gradFill>
            <a:gsLst>
              <a:gs pos="0">
                <a:schemeClr val="accent4">
                  <a:lumMod val="75000"/>
                  <a:lumOff val="25000"/>
                </a:schemeClr>
              </a:gs>
              <a:gs pos="100000">
                <a:schemeClr val="accent4">
                  <a:lumMod val="85000"/>
                  <a:lumOff val="15000"/>
                </a:schemeClr>
              </a:gs>
            </a:gsLst>
            <a:lin ang="2640000" scaled="0"/>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2" name="矩形 11"/>
          <p:cNvSpPr/>
          <p:nvPr>
            <p:custDataLst>
              <p:tags r:id="rId14"/>
            </p:custDataLst>
          </p:nvPr>
        </p:nvSpPr>
        <p:spPr>
          <a:xfrm>
            <a:off x="9057004" y="2082704"/>
            <a:ext cx="2423736" cy="1172210"/>
          </a:xfrm>
          <a:prstGeom prst="rect">
            <a:avLst/>
          </a:prstGeom>
          <a:noFill/>
        </p:spPr>
        <p:txBody>
          <a:bodyPr wrap="square" lIns="0" tIns="0" rIns="0" bIns="0" rtlCol="0" anchor="ctr" anchorCtr="0">
            <a:noAutofit/>
          </a:bodyPr>
          <a:lstStyle/>
          <a:p>
            <a:pPr algn="just">
              <a:lnSpc>
                <a:spcPct val="130000"/>
              </a:lnSpc>
              <a:spcBef>
                <a:spcPct val="0"/>
              </a:spcBef>
              <a:spcAft>
                <a:spcPct val="0"/>
              </a:spcAft>
            </a:pPr>
            <a:r>
              <a:rPr lang="zh-CN" altLang="en-US" sz="1400" dirty="0">
                <a:solidFill>
                  <a:schemeClr val="tx1">
                    <a:lumMod val="85000"/>
                    <a:lumOff val="15000"/>
                  </a:schemeClr>
                </a:solidFill>
                <a:latin typeface="+mn-ea"/>
                <a:cs typeface="+mn-ea"/>
              </a:rPr>
              <a:t>他是整个项目的能力核心，主要负责开源大模型的适配参数、微调与能力的内化，解决通用模型场景适配差、幻觉率高的问题，</a:t>
            </a:r>
            <a:r>
              <a:rPr lang="zh-CN" altLang="en-US" sz="1400" b="1" dirty="0">
                <a:solidFill>
                  <a:schemeClr val="tx1">
                    <a:lumMod val="85000"/>
                    <a:lumOff val="15000"/>
                  </a:schemeClr>
                </a:solidFill>
                <a:latin typeface="黑体" panose="02010609060101010101" charset="-122"/>
                <a:ea typeface="黑体" panose="02010609060101010101" charset="-122"/>
                <a:cs typeface="黑体" panose="02010609060101010101" charset="-122"/>
              </a:rPr>
              <a:t>核心工具为</a:t>
            </a:r>
            <a:r>
              <a:rPr lang="en-US" altLang="zh-CN" sz="1400" b="1" dirty="0">
                <a:solidFill>
                  <a:schemeClr val="tx1">
                    <a:lumMod val="85000"/>
                    <a:lumOff val="15000"/>
                  </a:schemeClr>
                </a:solidFill>
                <a:latin typeface="黑体" panose="02010609060101010101" charset="-122"/>
                <a:ea typeface="黑体" panose="02010609060101010101" charset="-122"/>
                <a:cs typeface="黑体" panose="02010609060101010101" charset="-122"/>
              </a:rPr>
              <a:t>LoRA/QLoRA</a:t>
            </a:r>
            <a:endParaRPr lang="en-US" altLang="zh-CN" sz="1400" b="1" dirty="0">
              <a:solidFill>
                <a:schemeClr val="tx1">
                  <a:lumMod val="85000"/>
                  <a:lumOff val="15000"/>
                </a:schemeClr>
              </a:solidFill>
              <a:latin typeface="黑体" panose="02010609060101010101" charset="-122"/>
              <a:ea typeface="黑体" panose="02010609060101010101" charset="-122"/>
              <a:cs typeface="黑体" panose="02010609060101010101" charset="-122"/>
            </a:endParaRPr>
          </a:p>
        </p:txBody>
      </p:sp>
      <p:sp>
        <p:nvSpPr>
          <p:cNvPr id="13" name="矩形 12"/>
          <p:cNvSpPr/>
          <p:nvPr>
            <p:custDataLst>
              <p:tags r:id="rId15"/>
            </p:custDataLst>
          </p:nvPr>
        </p:nvSpPr>
        <p:spPr>
          <a:xfrm>
            <a:off x="9057004" y="3679094"/>
            <a:ext cx="2423736" cy="1172210"/>
          </a:xfrm>
          <a:prstGeom prst="rect">
            <a:avLst/>
          </a:prstGeom>
          <a:noFill/>
        </p:spPr>
        <p:txBody>
          <a:bodyPr wrap="square" lIns="0" tIns="0" rIns="0" bIns="0" rtlCol="0" anchor="ctr" anchorCtr="0">
            <a:noAutofit/>
          </a:bodyPr>
          <a:lstStyle/>
          <a:p>
            <a:pPr algn="just">
              <a:lnSpc>
                <a:spcPct val="130000"/>
              </a:lnSpc>
              <a:spcBef>
                <a:spcPct val="0"/>
              </a:spcBef>
              <a:spcAft>
                <a:spcPct val="0"/>
              </a:spcAft>
            </a:pPr>
            <a:r>
              <a:rPr lang="zh-CN" altLang="en-US" sz="1400" dirty="0">
                <a:solidFill>
                  <a:schemeClr val="tx1">
                    <a:lumMod val="85000"/>
                    <a:lumOff val="15000"/>
                  </a:schemeClr>
                </a:solidFill>
                <a:latin typeface="+mn-ea"/>
                <a:cs typeface="+mn-ea"/>
              </a:rPr>
              <a:t>负责业务流程拆解、管理、</a:t>
            </a:r>
            <a:r>
              <a:rPr lang="en-US" altLang="zh-CN" sz="1400" dirty="0">
                <a:solidFill>
                  <a:schemeClr val="tx1">
                    <a:lumMod val="85000"/>
                    <a:lumOff val="15000"/>
                  </a:schemeClr>
                </a:solidFill>
                <a:latin typeface="+mn-ea"/>
                <a:cs typeface="+mn-ea"/>
              </a:rPr>
              <a:t>RAG </a:t>
            </a:r>
            <a:r>
              <a:rPr lang="zh-CN" altLang="en-US" sz="1400" dirty="0">
                <a:solidFill>
                  <a:schemeClr val="tx1">
                    <a:lumMod val="85000"/>
                    <a:lumOff val="15000"/>
                  </a:schemeClr>
                </a:solidFill>
                <a:latin typeface="+mn-ea"/>
                <a:cs typeface="+mn-ea"/>
              </a:rPr>
              <a:t>召回、知识库搭建、工具调用与多轮对话逻辑编排，串联模型能力与业务场景，核心工具</a:t>
            </a:r>
            <a:r>
              <a:rPr lang="zh-CN" altLang="en-US" sz="1400" b="1" dirty="0">
                <a:solidFill>
                  <a:schemeClr val="tx1">
                    <a:lumMod val="85000"/>
                    <a:lumOff val="15000"/>
                  </a:schemeClr>
                </a:solidFill>
                <a:latin typeface="黑体" panose="02010609060101010101" charset="-122"/>
                <a:ea typeface="黑体" panose="02010609060101010101" charset="-122"/>
                <a:cs typeface="黑体" panose="02010609060101010101" charset="-122"/>
              </a:rPr>
              <a:t>为</a:t>
            </a:r>
            <a:r>
              <a:rPr lang="en-US" altLang="zh-CN" sz="1400" b="1" dirty="0">
                <a:solidFill>
                  <a:schemeClr val="tx1">
                    <a:lumMod val="85000"/>
                    <a:lumOff val="15000"/>
                  </a:schemeClr>
                </a:solidFill>
                <a:latin typeface="黑体" panose="02010609060101010101" charset="-122"/>
                <a:ea typeface="黑体" panose="02010609060101010101" charset="-122"/>
                <a:cs typeface="黑体" panose="02010609060101010101" charset="-122"/>
              </a:rPr>
              <a:t>Dify/n8n</a:t>
            </a:r>
            <a:r>
              <a:rPr lang="zh-CN" altLang="en-US" sz="1400" b="1" dirty="0">
                <a:solidFill>
                  <a:schemeClr val="tx1">
                    <a:lumMod val="85000"/>
                    <a:lumOff val="15000"/>
                  </a:schemeClr>
                </a:solidFill>
                <a:latin typeface="黑体" panose="02010609060101010101" charset="-122"/>
                <a:ea typeface="黑体" panose="02010609060101010101" charset="-122"/>
                <a:cs typeface="黑体" panose="02010609060101010101" charset="-122"/>
              </a:rPr>
              <a:t>低代码平台</a:t>
            </a:r>
            <a:r>
              <a:rPr lang="zh-CN" altLang="en-US" sz="1400" dirty="0">
                <a:solidFill>
                  <a:schemeClr val="tx1">
                    <a:lumMod val="85000"/>
                    <a:lumOff val="15000"/>
                  </a:schemeClr>
                </a:solidFill>
                <a:latin typeface="+mn-ea"/>
                <a:cs typeface="+mn-ea"/>
              </a:rPr>
              <a:t>。</a:t>
            </a:r>
            <a:endParaRPr lang="zh-CN" altLang="en-US" sz="1400" dirty="0">
              <a:solidFill>
                <a:schemeClr val="tx1">
                  <a:lumMod val="85000"/>
                  <a:lumOff val="15000"/>
                </a:schemeClr>
              </a:solidFill>
              <a:latin typeface="+mn-ea"/>
              <a:cs typeface="+mn-ea"/>
            </a:endParaRPr>
          </a:p>
        </p:txBody>
      </p:sp>
      <p:sp>
        <p:nvSpPr>
          <p:cNvPr id="16" name="矩形 15"/>
          <p:cNvSpPr/>
          <p:nvPr>
            <p:custDataLst>
              <p:tags r:id="rId16"/>
            </p:custDataLst>
          </p:nvPr>
        </p:nvSpPr>
        <p:spPr>
          <a:xfrm>
            <a:off x="744280" y="4467129"/>
            <a:ext cx="2423736" cy="1172210"/>
          </a:xfrm>
          <a:prstGeom prst="rect">
            <a:avLst/>
          </a:prstGeom>
          <a:noFill/>
        </p:spPr>
        <p:txBody>
          <a:bodyPr wrap="square" lIns="0" tIns="0" rIns="0" bIns="0" rtlCol="0" anchor="ctr" anchorCtr="0">
            <a:noAutofit/>
          </a:bodyPr>
          <a:lstStyle/>
          <a:p>
            <a:pPr algn="l">
              <a:lnSpc>
                <a:spcPct val="130000"/>
              </a:lnSpc>
              <a:spcBef>
                <a:spcPct val="0"/>
              </a:spcBef>
              <a:spcAft>
                <a:spcPct val="0"/>
              </a:spcAft>
            </a:pPr>
            <a:r>
              <a:rPr lang="zh-CN" altLang="en-US" sz="1400" dirty="0">
                <a:solidFill>
                  <a:schemeClr val="tx1">
                    <a:lumMod val="85000"/>
                    <a:lumOff val="15000"/>
                  </a:schemeClr>
                </a:solidFill>
                <a:latin typeface="+mn-ea"/>
                <a:cs typeface="+mn-ea"/>
              </a:rPr>
              <a:t>面向终端用户与业务系统，实现对话交互、数据流转、结果输出与业务落地，完成整个</a:t>
            </a:r>
            <a:r>
              <a:rPr lang="en-US" altLang="zh-CN" sz="1400" dirty="0">
                <a:solidFill>
                  <a:schemeClr val="tx1">
                    <a:lumMod val="85000"/>
                    <a:lumOff val="15000"/>
                  </a:schemeClr>
                </a:solidFill>
                <a:latin typeface="+mn-ea"/>
                <a:cs typeface="+mn-ea"/>
              </a:rPr>
              <a:t>AI</a:t>
            </a:r>
            <a:r>
              <a:rPr lang="zh-CN" altLang="en-US" sz="1400" dirty="0">
                <a:solidFill>
                  <a:schemeClr val="tx1">
                    <a:lumMod val="85000"/>
                    <a:lumOff val="15000"/>
                  </a:schemeClr>
                </a:solidFill>
                <a:latin typeface="+mn-ea"/>
                <a:cs typeface="+mn-ea"/>
              </a:rPr>
              <a:t>能力的终端闭环。</a:t>
            </a:r>
            <a:r>
              <a:rPr lang="en-US" altLang="zh-CN" sz="1400" dirty="0">
                <a:solidFill>
                  <a:schemeClr val="tx1">
                    <a:lumMod val="85000"/>
                    <a:lumOff val="15000"/>
                  </a:schemeClr>
                </a:solidFill>
                <a:latin typeface="+mn-ea"/>
                <a:cs typeface="+mn-ea"/>
              </a:rPr>
              <a:t>  </a:t>
            </a:r>
            <a:endParaRPr lang="en-US" altLang="zh-CN" sz="1400" dirty="0">
              <a:solidFill>
                <a:schemeClr val="tx1">
                  <a:lumMod val="85000"/>
                  <a:lumOff val="15000"/>
                </a:schemeClr>
              </a:solidFill>
              <a:latin typeface="+mn-ea"/>
              <a:cs typeface="+mn-ea"/>
            </a:endParaRPr>
          </a:p>
          <a:p>
            <a:pPr algn="r">
              <a:lnSpc>
                <a:spcPct val="130000"/>
              </a:lnSpc>
              <a:spcBef>
                <a:spcPct val="0"/>
              </a:spcBef>
              <a:spcAft>
                <a:spcPct val="0"/>
              </a:spcAft>
            </a:pPr>
            <a:endParaRPr lang="zh-CN" altLang="en-US" sz="1400" dirty="0">
              <a:solidFill>
                <a:schemeClr val="tx1">
                  <a:lumMod val="85000"/>
                  <a:lumOff val="15000"/>
                </a:schemeClr>
              </a:solidFill>
              <a:latin typeface="+mn-ea"/>
              <a:cs typeface="+mn-ea"/>
            </a:endParaRPr>
          </a:p>
        </p:txBody>
      </p:sp>
      <p:sp>
        <p:nvSpPr>
          <p:cNvPr id="19" name="矩形 18"/>
          <p:cNvSpPr/>
          <p:nvPr>
            <p:custDataLst>
              <p:tags r:id="rId17"/>
            </p:custDataLst>
          </p:nvPr>
        </p:nvSpPr>
        <p:spPr>
          <a:xfrm>
            <a:off x="744280" y="2852324"/>
            <a:ext cx="2423736" cy="1172210"/>
          </a:xfrm>
          <a:prstGeom prst="rect">
            <a:avLst/>
          </a:prstGeom>
          <a:noFill/>
        </p:spPr>
        <p:txBody>
          <a:bodyPr wrap="square" lIns="0" tIns="0" rIns="0" bIns="0" rtlCol="0" anchor="ctr" anchorCtr="0">
            <a:noAutofit/>
          </a:bodyPr>
          <a:lstStyle/>
          <a:p>
            <a:pPr algn="r">
              <a:lnSpc>
                <a:spcPct val="130000"/>
              </a:lnSpc>
              <a:spcBef>
                <a:spcPct val="0"/>
              </a:spcBef>
              <a:spcAft>
                <a:spcPct val="0"/>
              </a:spcAft>
            </a:pPr>
            <a:r>
              <a:rPr lang="zh-CN" altLang="en-US" sz="1400" dirty="0">
                <a:solidFill>
                  <a:schemeClr val="tx1">
                    <a:lumMod val="85000"/>
                    <a:lumOff val="15000"/>
                  </a:schemeClr>
                </a:solidFill>
                <a:latin typeface="+mn-ea"/>
                <a:cs typeface="+mn-ea"/>
              </a:rPr>
              <a:t>微调后的模型权重，完成高性能、高并发、低显存损耗的线上推理服务化，保障系统稳定高效运行，</a:t>
            </a:r>
            <a:r>
              <a:rPr lang="zh-CN" altLang="en-US" sz="1400" b="1" dirty="0">
                <a:solidFill>
                  <a:schemeClr val="tx1">
                    <a:lumMod val="85000"/>
                    <a:lumOff val="15000"/>
                  </a:schemeClr>
                </a:solidFill>
                <a:latin typeface="黑体" panose="02010609060101010101" charset="-122"/>
                <a:ea typeface="黑体" panose="02010609060101010101" charset="-122"/>
                <a:cs typeface="黑体" panose="02010609060101010101" charset="-122"/>
              </a:rPr>
              <a:t>核心工具为</a:t>
            </a:r>
            <a:r>
              <a:rPr lang="en-US" altLang="zh-CN" sz="1400" b="1" dirty="0">
                <a:solidFill>
                  <a:schemeClr val="tx1">
                    <a:lumMod val="85000"/>
                    <a:lumOff val="15000"/>
                  </a:schemeClr>
                </a:solidFill>
                <a:latin typeface="黑体" panose="02010609060101010101" charset="-122"/>
                <a:ea typeface="黑体" panose="02010609060101010101" charset="-122"/>
                <a:cs typeface="黑体" panose="02010609060101010101" charset="-122"/>
              </a:rPr>
              <a:t>vLLM</a:t>
            </a:r>
            <a:r>
              <a:rPr lang="en-US" altLang="zh-CN" sz="1400" dirty="0">
                <a:solidFill>
                  <a:schemeClr val="tx1">
                    <a:lumMod val="85000"/>
                    <a:lumOff val="15000"/>
                  </a:schemeClr>
                </a:solidFill>
                <a:latin typeface="+mn-ea"/>
                <a:cs typeface="+mn-ea"/>
              </a:rPr>
              <a:t>。</a:t>
            </a:r>
            <a:endParaRPr lang="en-US" altLang="zh-CN" sz="1400" dirty="0">
              <a:solidFill>
                <a:schemeClr val="tx1">
                  <a:lumMod val="85000"/>
                  <a:lumOff val="15000"/>
                </a:schemeClr>
              </a:solidFill>
              <a:latin typeface="+mn-ea"/>
              <a:cs typeface="+mn-ea"/>
            </a:endParaRPr>
          </a:p>
        </p:txBody>
      </p:sp>
      <p:sp>
        <p:nvSpPr>
          <p:cNvPr id="8" name="标题"/>
          <p:cNvSpPr/>
          <p:nvPr>
            <p:custDataLst>
              <p:tags r:id="rId18"/>
            </p:custDataLst>
          </p:nvPr>
        </p:nvSpPr>
        <p:spPr>
          <a:xfrm>
            <a:off x="4808855" y="4708525"/>
            <a:ext cx="3368040" cy="612140"/>
          </a:xfrm>
          <a:prstGeom prst="rect">
            <a:avLst/>
          </a:prstGeom>
          <a:gradFill>
            <a:gsLst>
              <a:gs pos="80000">
                <a:schemeClr val="accent4">
                  <a:lumMod val="70000"/>
                  <a:lumOff val="30000"/>
                </a:schemeClr>
              </a:gs>
              <a:gs pos="20000">
                <a:schemeClr val="accent4"/>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a:sym typeface="+mn-ea"/>
              </a:rPr>
              <a:t>业务编排层</a:t>
            </a:r>
            <a:endParaRPr lang="zh-CN" altLang="en-US" b="1">
              <a:solidFill>
                <a:schemeClr val="lt1">
                  <a:lumMod val="100000"/>
                </a:schemeClr>
              </a:solidFill>
              <a:uFillTx/>
              <a:latin typeface="+mn-ea"/>
              <a:cs typeface="+mn-ea"/>
              <a:sym typeface="+mn-ea"/>
            </a:endParaRPr>
          </a:p>
        </p:txBody>
      </p:sp>
      <p:sp>
        <p:nvSpPr>
          <p:cNvPr id="9" name="标题"/>
          <p:cNvSpPr/>
          <p:nvPr>
            <p:custDataLst>
              <p:tags r:id="rId19"/>
            </p:custDataLst>
          </p:nvPr>
        </p:nvSpPr>
        <p:spPr>
          <a:xfrm>
            <a:off x="4023360" y="3920490"/>
            <a:ext cx="3368040" cy="612140"/>
          </a:xfrm>
          <a:prstGeom prst="rect">
            <a:avLst/>
          </a:prstGeom>
          <a:gradFill>
            <a:gsLst>
              <a:gs pos="80000">
                <a:schemeClr val="accent3">
                  <a:lumMod val="70000"/>
                  <a:lumOff val="30000"/>
                </a:schemeClr>
              </a:gs>
              <a:gs pos="20000">
                <a:schemeClr val="accent3"/>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a:sym typeface="+mn-ea"/>
              </a:rPr>
              <a:t>推理部署层</a:t>
            </a:r>
            <a:endParaRPr lang="zh-CN" altLang="en-US" b="1">
              <a:solidFill>
                <a:schemeClr val="lt1">
                  <a:lumMod val="100000"/>
                </a:schemeClr>
              </a:solidFill>
              <a:uFillTx/>
              <a:latin typeface="+mn-ea"/>
              <a:cs typeface="+mn-ea"/>
              <a:sym typeface="+mn-ea"/>
            </a:endParaRPr>
          </a:p>
        </p:txBody>
      </p:sp>
      <p:sp>
        <p:nvSpPr>
          <p:cNvPr id="11" name="标题"/>
          <p:cNvSpPr/>
          <p:nvPr>
            <p:custDataLst>
              <p:tags r:id="rId20"/>
            </p:custDataLst>
          </p:nvPr>
        </p:nvSpPr>
        <p:spPr>
          <a:xfrm>
            <a:off x="4808855" y="3132455"/>
            <a:ext cx="3368675" cy="612140"/>
          </a:xfrm>
          <a:prstGeom prst="rect">
            <a:avLst/>
          </a:prstGeom>
          <a:gradFill>
            <a:gsLst>
              <a:gs pos="80000">
                <a:schemeClr val="accent2">
                  <a:lumMod val="70000"/>
                  <a:lumOff val="30000"/>
                </a:schemeClr>
              </a:gs>
              <a:gs pos="20000">
                <a:schemeClr val="accent2"/>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a:sym typeface="+mn-ea"/>
              </a:rPr>
              <a:t>模型微调层</a:t>
            </a:r>
            <a:endParaRPr lang="zh-CN" altLang="en-US" b="1" dirty="0">
              <a:solidFill>
                <a:schemeClr val="lt1">
                  <a:lumMod val="100000"/>
                </a:schemeClr>
              </a:solidFill>
              <a:uFillTx/>
              <a:latin typeface="+mn-ea"/>
              <a:cs typeface="+mn-ea"/>
              <a:sym typeface="+mn-ea"/>
            </a:endParaRPr>
          </a:p>
        </p:txBody>
      </p:sp>
      <p:pic>
        <p:nvPicPr>
          <p:cNvPr id="30" name="图片 14" descr="343439383331313b343532303033303bd2d1b9bad3a6d3c3"/>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3420972" y="3346450"/>
            <a:ext cx="190800" cy="190800"/>
          </a:xfrm>
          <a:prstGeom prst="rect">
            <a:avLst/>
          </a:prstGeom>
        </p:spPr>
      </p:pic>
      <p:sp>
        <p:nvSpPr>
          <p:cNvPr id="15" name="标题"/>
          <p:cNvSpPr/>
          <p:nvPr>
            <p:custDataLst>
              <p:tags r:id="rId24"/>
            </p:custDataLst>
          </p:nvPr>
        </p:nvSpPr>
        <p:spPr>
          <a:xfrm>
            <a:off x="4025900" y="2352040"/>
            <a:ext cx="3359785" cy="604520"/>
          </a:xfrm>
          <a:prstGeom prst="rect">
            <a:avLst/>
          </a:prstGeom>
          <a:gradFill>
            <a:gsLst>
              <a:gs pos="80000">
                <a:schemeClr val="accent1">
                  <a:lumMod val="70000"/>
                  <a:lumOff val="30000"/>
                </a:schemeClr>
              </a:gs>
              <a:gs pos="20000">
                <a:schemeClr val="accent1"/>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b="1">
                <a:solidFill>
                  <a:schemeClr val="lt1">
                    <a:lumMod val="100000"/>
                  </a:schemeClr>
                </a:solidFill>
                <a:uFillTx/>
                <a:latin typeface="+mn-ea"/>
                <a:cs typeface="+mn-ea"/>
                <a:sym typeface="+mn-ea"/>
              </a:rPr>
              <a:t>算力基座层</a:t>
            </a:r>
            <a:endParaRPr lang="zh-CN" altLang="en-US" b="1">
              <a:solidFill>
                <a:schemeClr val="lt1">
                  <a:lumMod val="100000"/>
                </a:schemeClr>
              </a:solidFill>
              <a:uFillTx/>
              <a:latin typeface="+mn-ea"/>
              <a:cs typeface="+mn-ea"/>
              <a:sym typeface="+mn-ea"/>
            </a:endParaRPr>
          </a:p>
        </p:txBody>
      </p:sp>
      <p:pic>
        <p:nvPicPr>
          <p:cNvPr id="27" name="图片 12" descr="343439383331313b343532303032383bbfcdbba7b9dcc0ed"/>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8574780" y="2531373"/>
            <a:ext cx="201404" cy="201404"/>
          </a:xfrm>
          <a:prstGeom prst="rect">
            <a:avLst/>
          </a:prstGeom>
        </p:spPr>
      </p:pic>
      <p:pic>
        <p:nvPicPr>
          <p:cNvPr id="31" name="图片 5" descr="343435383036303b343532343134393bcdb7c4d4b7e7b1a9"/>
          <p:cNvPicPr>
            <a:picLocks noChangeAspect="1"/>
          </p:cNvPicPr>
          <p:nvPr>
            <p:custDataLst>
              <p:tags r:id="rId28"/>
            </p:custDataLst>
          </p:nvPr>
        </p:nvPicPr>
        <p:blipFill>
          <a:blip r:embed="rId29">
            <a:extLst>
              <a:ext uri="{96DAC541-7B7A-43D3-8B79-37D633B846F1}">
                <asvg:svgBlip xmlns:asvg="http://schemas.microsoft.com/office/drawing/2016/SVG/main" r:embed="rId30"/>
              </a:ext>
            </a:extLst>
          </a:blip>
          <a:stretch>
            <a:fillRect/>
          </a:stretch>
        </p:blipFill>
        <p:spPr>
          <a:xfrm>
            <a:off x="8574781" y="4145656"/>
            <a:ext cx="208799" cy="208799"/>
          </a:xfrm>
          <a:prstGeom prst="rect">
            <a:avLst/>
          </a:prstGeom>
        </p:spPr>
      </p:pic>
      <p:pic>
        <p:nvPicPr>
          <p:cNvPr id="32" name="图片 19" descr="343435383038363b343532323339393bd6b4d0d0d5aad2aa"/>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a:off x="3414245" y="4947770"/>
            <a:ext cx="190800" cy="190800"/>
          </a:xfrm>
          <a:prstGeom prst="rect">
            <a:avLst/>
          </a:prstGeom>
        </p:spPr>
      </p:pic>
    </p:spTree>
    <p:custDataLst>
      <p:tags r:id="rId3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5"/>
            <p:custDataLst>
              <p:tags r:id="rId1"/>
            </p:custDataLst>
          </p:nvPr>
        </p:nvSpPr>
        <p:spPr/>
        <p:txBody>
          <a:bodyPr>
            <a:noAutofit/>
          </a:bodyPr>
          <a:p>
            <a:r>
              <a:rPr sz="2400">
                <a:latin typeface="黑体" panose="02010609060101010101" charset="-122"/>
                <a:ea typeface="黑体" panose="02010609060101010101" charset="-122"/>
                <a:cs typeface="黑体" panose="02010609060101010101" charset="-122"/>
                <a:sym typeface="+mn-ea"/>
              </a:rPr>
              <a:t>通过</a:t>
            </a:r>
            <a:r>
              <a:rPr sz="2400">
                <a:solidFill>
                  <a:srgbClr val="1F2329"/>
                </a:solidFill>
                <a:latin typeface="黑体" panose="02010609060101010101" charset="-122"/>
                <a:ea typeface="黑体" panose="02010609060101010101" charset="-122"/>
                <a:cs typeface="黑体" panose="02010609060101010101" charset="-122"/>
                <a:sym typeface="+mn-ea"/>
              </a:rPr>
              <a:t>私有化微调 </a:t>
            </a:r>
            <a:r>
              <a:rPr lang="en-US" altLang="zh-CN" sz="2400">
                <a:solidFill>
                  <a:srgbClr val="1F2329"/>
                </a:solidFill>
                <a:latin typeface="黑体" panose="02010609060101010101" charset="-122"/>
                <a:ea typeface="黑体" panose="02010609060101010101" charset="-122"/>
                <a:cs typeface="黑体" panose="02010609060101010101" charset="-122"/>
                <a:sym typeface="+mn-ea"/>
              </a:rPr>
              <a:t>+ RAG </a:t>
            </a:r>
            <a:r>
              <a:rPr sz="2400">
                <a:solidFill>
                  <a:srgbClr val="1F2329"/>
                </a:solidFill>
                <a:latin typeface="黑体" panose="02010609060101010101" charset="-122"/>
                <a:ea typeface="黑体" panose="02010609060101010101" charset="-122"/>
                <a:cs typeface="黑体" panose="02010609060101010101" charset="-122"/>
                <a:sym typeface="+mn-ea"/>
              </a:rPr>
              <a:t>知识库搭建 </a:t>
            </a:r>
            <a:r>
              <a:rPr lang="en-US" altLang="zh-CN" sz="2400">
                <a:solidFill>
                  <a:srgbClr val="1F2329"/>
                </a:solidFill>
                <a:latin typeface="黑体" panose="02010609060101010101" charset="-122"/>
                <a:ea typeface="黑体" panose="02010609060101010101" charset="-122"/>
                <a:cs typeface="黑体" panose="02010609060101010101" charset="-122"/>
                <a:sym typeface="+mn-ea"/>
              </a:rPr>
              <a:t>+ </a:t>
            </a:r>
            <a:r>
              <a:rPr sz="2400">
                <a:solidFill>
                  <a:srgbClr val="1F2329"/>
                </a:solidFill>
                <a:latin typeface="黑体" panose="02010609060101010101" charset="-122"/>
                <a:ea typeface="黑体" panose="02010609060101010101" charset="-122"/>
                <a:cs typeface="黑体" panose="02010609060101010101" charset="-122"/>
                <a:sym typeface="+mn-ea"/>
              </a:rPr>
              <a:t>智能体工作流编排</a:t>
            </a:r>
            <a:r>
              <a:rPr sz="2400">
                <a:latin typeface="黑体" panose="02010609060101010101" charset="-122"/>
                <a:ea typeface="黑体" panose="02010609060101010101" charset="-122"/>
                <a:cs typeface="黑体" panose="02010609060101010101" charset="-122"/>
                <a:sym typeface="+mn-ea"/>
              </a:rPr>
              <a:t>，把高度依赖人的人工业务模式，彻底改成标准化、自动化、数据驱动的智能业务中台，让报价、咨询、商务输出不再依赖个人能力。</a:t>
            </a:r>
            <a:endParaRPr lang="zh-CN" altLang="en-US" sz="2400">
              <a:latin typeface="黑体" panose="02010609060101010101" charset="-122"/>
              <a:ea typeface="黑体" panose="02010609060101010101" charset="-122"/>
              <a:cs typeface="黑体" panose="02010609060101010101" charset="-122"/>
            </a:endParaRPr>
          </a:p>
          <a:p>
            <a:endParaRPr lang="zh-CN" altLang="en-US" sz="2400">
              <a:latin typeface="黑体" panose="02010609060101010101" charset="-122"/>
              <a:ea typeface="黑体" panose="02010609060101010101" charset="-122"/>
              <a:cs typeface="黑体" panose="02010609060101010101" charset="-122"/>
            </a:endParaRPr>
          </a:p>
        </p:txBody>
      </p:sp>
      <p:sp>
        <p:nvSpPr>
          <p:cNvPr id="3" name="标题 2"/>
          <p:cNvSpPr>
            <a:spLocks noGrp="1"/>
          </p:cNvSpPr>
          <p:nvPr>
            <p:ph type="title" idx="4"/>
            <p:custDataLst>
              <p:tags r:id="rId2"/>
            </p:custDataLst>
          </p:nvPr>
        </p:nvSpPr>
        <p:spPr/>
        <p:txBody>
          <a:bodyPr>
            <a:noAutofit/>
          </a:bodyPr>
          <a:p>
            <a:r>
              <a:rPr lang="zh-CN" altLang="en-US" sz="2800"/>
              <a:t>解决办法</a:t>
            </a:r>
            <a:endParaRPr lang="zh-CN" altLang="en-US" sz="2800"/>
          </a:p>
        </p:txBody>
      </p:sp>
      <p:sp>
        <p:nvSpPr>
          <p:cNvPr id="4" name="内容占位符 3"/>
          <p:cNvSpPr>
            <a:spLocks noGrp="1"/>
          </p:cNvSpPr>
          <p:nvPr>
            <p:ph idx="3"/>
            <p:custDataLst>
              <p:tags r:id="rId3"/>
            </p:custDataLst>
          </p:nvPr>
        </p:nvSpPr>
        <p:spPr/>
        <p:txBody>
          <a:bodyPr/>
          <a:p>
            <a:r>
              <a:rPr sz="2000">
                <a:latin typeface="黑体" panose="02010609060101010101" charset="-122"/>
                <a:ea typeface="黑体" panose="02010609060101010101" charset="-122"/>
                <a:sym typeface="+mn-ea"/>
              </a:rPr>
              <a:t>长期依赖资深销售个人经验、人工低效、标准混乱、经验流失的业务痛点。</a:t>
            </a:r>
            <a:endParaRPr sz="2000">
              <a:latin typeface="黑体" panose="02010609060101010101" charset="-122"/>
              <a:ea typeface="黑体" panose="02010609060101010101" charset="-122"/>
              <a:sym typeface="+mn-ea"/>
            </a:endParaRPr>
          </a:p>
          <a:p>
            <a:r>
              <a:rPr sz="2000">
                <a:latin typeface="黑体" panose="02010609060101010101" charset="-122"/>
                <a:ea typeface="黑体" panose="02010609060101010101" charset="-122"/>
                <a:sym typeface="+mn-ea"/>
              </a:rPr>
              <a:t>全部依靠人工，耗时久、容错低。</a:t>
            </a:r>
            <a:endParaRPr sz="2000">
              <a:latin typeface="黑体" panose="02010609060101010101" charset="-122"/>
              <a:ea typeface="黑体" panose="02010609060101010101" charset="-122"/>
              <a:sym typeface="+mn-ea"/>
            </a:endParaRPr>
          </a:p>
          <a:p>
            <a:r>
              <a:rPr sz="2000">
                <a:latin typeface="黑体" panose="02010609060101010101" charset="-122"/>
                <a:ea typeface="黑体" panose="02010609060101010101" charset="-122"/>
                <a:sym typeface="+mn-ea"/>
              </a:rPr>
              <a:t>新人成长慢，人员离职直接带走核心业务经验，导致公司业务不稳定、服务不统一</a:t>
            </a:r>
            <a:endParaRPr sz="2000">
              <a:latin typeface="黑体" panose="02010609060101010101" charset="-122"/>
              <a:ea typeface="黑体" panose="02010609060101010101" charset="-122"/>
              <a:sym typeface="+mn-ea"/>
            </a:endParaRPr>
          </a:p>
          <a:p>
            <a:r>
              <a:rPr sz="2000">
                <a:latin typeface="黑体" panose="02010609060101010101" charset="-122"/>
                <a:ea typeface="黑体" panose="02010609060101010101" charset="-122"/>
                <a:sym typeface="+mn-ea"/>
              </a:rPr>
              <a:t>人力成本居高不下</a:t>
            </a:r>
            <a:endParaRPr lang="zh-CN" altLang="en-US" sz="2000">
              <a:latin typeface="黑体" panose="02010609060101010101" charset="-122"/>
              <a:ea typeface="黑体" panose="02010609060101010101" charset="-122"/>
            </a:endParaRPr>
          </a:p>
        </p:txBody>
      </p:sp>
      <p:sp>
        <p:nvSpPr>
          <p:cNvPr id="6" name="标题 5"/>
          <p:cNvSpPr>
            <a:spLocks noGrp="1"/>
          </p:cNvSpPr>
          <p:nvPr>
            <p:ph type="title" idx="1"/>
            <p:custDataLst>
              <p:tags r:id="rId4"/>
            </p:custDataLst>
          </p:nvPr>
        </p:nvSpPr>
        <p:spPr>
          <a:xfrm>
            <a:off x="608330" y="1353185"/>
            <a:ext cx="5186680" cy="393065"/>
          </a:xfrm>
        </p:spPr>
        <p:txBody>
          <a:bodyPr>
            <a:normAutofit fontScale="90000"/>
          </a:bodyPr>
          <a:p>
            <a:r>
              <a:rPr lang="zh-CN" altLang="en-US" sz="3110"/>
              <a:t>真实痛点</a:t>
            </a:r>
            <a:endParaRPr lang="zh-CN" altLang="en-US" sz="3110"/>
          </a:p>
        </p:txBody>
      </p:sp>
      <p:sp>
        <p:nvSpPr>
          <p:cNvPr id="9" name="文本框 8"/>
          <p:cNvSpPr txBox="1"/>
          <p:nvPr/>
        </p:nvSpPr>
        <p:spPr>
          <a:xfrm>
            <a:off x="608330" y="344805"/>
            <a:ext cx="4064000" cy="521970"/>
          </a:xfrm>
          <a:prstGeom prst="rect">
            <a:avLst/>
          </a:prstGeom>
          <a:noFill/>
        </p:spPr>
        <p:txBody>
          <a:bodyPr wrap="square" rtlCol="0">
            <a:spAutoFit/>
          </a:bodyPr>
          <a:p>
            <a:r>
              <a:rPr lang="zh-CN" altLang="en-US" sz="2800">
                <a:latin typeface="黑体" panose="02010609060101010101" charset="-122"/>
                <a:ea typeface="黑体" panose="02010609060101010101" charset="-122"/>
              </a:rPr>
              <a:t>业务痛点及该如何解决</a:t>
            </a:r>
            <a:endParaRPr lang="zh-CN" altLang="en-US" sz="2800">
              <a:latin typeface="黑体" panose="02010609060101010101" charset="-122"/>
              <a:ea typeface="黑体" panose="02010609060101010101" charset="-122"/>
            </a:endParaRPr>
          </a:p>
        </p:txBody>
      </p:sp>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5"/>
            <p:custDataLst>
              <p:tags r:id="rId1"/>
            </p:custDataLst>
          </p:nvPr>
        </p:nvSpPr>
        <p:spPr/>
        <p:txBody>
          <a:bodyPr/>
          <a:lstStyle/>
          <a:p>
            <a:r>
              <a:rPr dirty="0">
                <a:cs typeface="MiSans Normal" panose="00000500000000000000" charset="-122"/>
                <a:sym typeface="+mn-ea"/>
              </a:rPr>
              <a:t>项目的价值及意义</a:t>
            </a:r>
            <a:endParaRPr lang="zh-CN" altLang="en-US" dirty="0"/>
          </a:p>
        </p:txBody>
      </p:sp>
      <p:sp>
        <p:nvSpPr>
          <p:cNvPr id="4" name="文本占位符 3"/>
          <p:cNvSpPr>
            <a:spLocks noGrp="1"/>
          </p:cNvSpPr>
          <p:nvPr>
            <p:ph type="body" idx="1"/>
            <p:custDataLst>
              <p:tags r:id="rId2"/>
            </p:custDataLst>
          </p:nvPr>
        </p:nvSpPr>
        <p:spPr/>
        <p:txBody>
          <a:bodyPr/>
          <a:lstStyle/>
          <a:p>
            <a:r>
              <a:rPr lang="zh-CN" altLang="en-US"/>
              <a:t>0</a:t>
            </a:r>
            <a:r>
              <a:t>4</a:t>
            </a:r>
          </a:p>
        </p:txBody>
      </p:sp>
    </p:spTree>
    <p:custDataLst>
      <p:tags r:id="rId3"/>
    </p:custData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a:sym typeface="+mn-ea"/>
              </a:rPr>
              <a:t>项目的价值</a:t>
            </a:r>
            <a:endParaRPr lang="zh-CN" altLang="en-US"/>
          </a:p>
        </p:txBody>
      </p:sp>
      <p:sp>
        <p:nvSpPr>
          <p:cNvPr id="6" name="圆角矩形 3"/>
          <p:cNvSpPr/>
          <p:nvPr>
            <p:custDataLst>
              <p:tags r:id="rId2"/>
            </p:custDataLst>
          </p:nvPr>
        </p:nvSpPr>
        <p:spPr>
          <a:xfrm>
            <a:off x="781050" y="1742440"/>
            <a:ext cx="3326765" cy="4246245"/>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algn="l">
              <a:lnSpc>
                <a:spcPct val="140000"/>
              </a:lnSpc>
              <a:buClrTx/>
              <a:buSzTx/>
              <a:buFontTx/>
            </a:pPr>
            <a:endParaRPr lang="zh-CN" altLang="zh-CN" sz="1400" dirty="0">
              <a:solidFill>
                <a:srgbClr val="262626"/>
              </a:solidFill>
              <a:latin typeface="+mn-ea"/>
              <a:cs typeface="+mn-ea"/>
              <a:sym typeface="+mn-ea"/>
            </a:endParaRPr>
          </a:p>
        </p:txBody>
      </p:sp>
      <p:sp>
        <p:nvSpPr>
          <p:cNvPr id="15" name="圆角矩形 3"/>
          <p:cNvSpPr/>
          <p:nvPr>
            <p:custDataLst>
              <p:tags r:id="rId3"/>
            </p:custDataLst>
          </p:nvPr>
        </p:nvSpPr>
        <p:spPr>
          <a:xfrm>
            <a:off x="651510" y="1626870"/>
            <a:ext cx="3354070" cy="4266565"/>
          </a:xfrm>
          <a:prstGeom prst="roundRect">
            <a:avLst>
              <a:gd name="adj" fmla="val 6621"/>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88290" tIns="252095" rIns="288290" bIns="698500" numCol="1" spcCol="0" rtlCol="0" fromWordArt="0" anchor="t" anchorCtr="0" forceAA="0" compatLnSpc="1">
            <a:noAutofit/>
          </a:bodyPr>
          <a:lstStyle/>
          <a:p>
            <a:pPr lvl="0" algn="l">
              <a:lnSpc>
                <a:spcPct val="140000"/>
              </a:lnSpc>
              <a:buClrTx/>
              <a:buSzTx/>
              <a:buFontTx/>
            </a:pPr>
            <a:r>
              <a:rPr>
                <a:solidFill>
                  <a:schemeClr val="tx1"/>
                </a:solidFill>
                <a:latin typeface="黑体" panose="02010609060101010101" charset="-122"/>
                <a:ea typeface="黑体" panose="02010609060101010101" charset="-122"/>
                <a:cs typeface="黑体" panose="02010609060101010101" charset="-122"/>
                <a:sym typeface="+mn-ea"/>
              </a:rPr>
              <a:t>第一</a:t>
            </a:r>
            <a:r>
              <a:rPr lang="zh-CN">
                <a:solidFill>
                  <a:schemeClr val="tx1"/>
                </a:solidFill>
                <a:latin typeface="黑体" panose="02010609060101010101" charset="-122"/>
                <a:ea typeface="黑体" panose="02010609060101010101" charset="-122"/>
                <a:cs typeface="黑体" panose="02010609060101010101" charset="-122"/>
                <a:sym typeface="+mn-ea"/>
              </a:rPr>
              <a:t>肯定</a:t>
            </a:r>
            <a:r>
              <a:rPr>
                <a:solidFill>
                  <a:schemeClr val="tx1"/>
                </a:solidFill>
                <a:latin typeface="黑体" panose="02010609060101010101" charset="-122"/>
                <a:ea typeface="黑体" panose="02010609060101010101" charset="-122"/>
                <a:cs typeface="黑体" panose="02010609060101010101" charset="-122"/>
                <a:sym typeface="+mn-ea"/>
              </a:rPr>
              <a:t>是降</a:t>
            </a:r>
            <a:r>
              <a:rPr lang="zh-CN">
                <a:solidFill>
                  <a:schemeClr val="tx1"/>
                </a:solidFill>
                <a:latin typeface="黑体" panose="02010609060101010101" charset="-122"/>
                <a:ea typeface="黑体" panose="02010609060101010101" charset="-122"/>
                <a:cs typeface="黑体" panose="02010609060101010101" charset="-122"/>
                <a:sym typeface="+mn-ea"/>
              </a:rPr>
              <a:t>低成</a:t>
            </a:r>
            <a:r>
              <a:rPr>
                <a:solidFill>
                  <a:schemeClr val="tx1"/>
                </a:solidFill>
                <a:latin typeface="黑体" panose="02010609060101010101" charset="-122"/>
                <a:ea typeface="黑体" panose="02010609060101010101" charset="-122"/>
                <a:cs typeface="黑体" panose="02010609060101010101" charset="-122"/>
                <a:sym typeface="+mn-ea"/>
              </a:rPr>
              <a:t>本增</a:t>
            </a:r>
            <a:r>
              <a:rPr lang="zh-CN">
                <a:solidFill>
                  <a:schemeClr val="tx1"/>
                </a:solidFill>
                <a:latin typeface="黑体" panose="02010609060101010101" charset="-122"/>
                <a:ea typeface="黑体" panose="02010609060101010101" charset="-122"/>
                <a:cs typeface="黑体" panose="02010609060101010101" charset="-122"/>
                <a:sym typeface="+mn-ea"/>
              </a:rPr>
              <a:t>加效率</a:t>
            </a:r>
            <a:r>
              <a:rPr>
                <a:solidFill>
                  <a:schemeClr val="tx1"/>
                </a:solidFill>
                <a:latin typeface="黑体" panose="02010609060101010101" charset="-122"/>
                <a:ea typeface="黑体" panose="02010609060101010101" charset="-122"/>
                <a:cs typeface="黑体" panose="02010609060101010101" charset="-122"/>
                <a:sym typeface="+mn-ea"/>
              </a:rPr>
              <a:t>，将数十分钟的人工工作压缩到秒级完成，</a:t>
            </a:r>
            <a:r>
              <a:rPr lang="zh-CN">
                <a:solidFill>
                  <a:schemeClr val="tx1"/>
                </a:solidFill>
                <a:latin typeface="黑体" panose="02010609060101010101" charset="-122"/>
                <a:ea typeface="黑体" panose="02010609060101010101" charset="-122"/>
                <a:cs typeface="黑体" panose="02010609060101010101" charset="-122"/>
                <a:sym typeface="+mn-ea"/>
              </a:rPr>
              <a:t>大</a:t>
            </a:r>
            <a:r>
              <a:rPr>
                <a:solidFill>
                  <a:schemeClr val="tx1"/>
                </a:solidFill>
                <a:latin typeface="黑体" panose="02010609060101010101" charset="-122"/>
                <a:ea typeface="黑体" panose="02010609060101010101" charset="-122"/>
                <a:cs typeface="黑体" panose="02010609060101010101" charset="-122"/>
                <a:sym typeface="+mn-ea"/>
              </a:rPr>
              <a:t>大</a:t>
            </a:r>
            <a:r>
              <a:rPr lang="zh-CN">
                <a:solidFill>
                  <a:schemeClr val="tx1"/>
                </a:solidFill>
                <a:latin typeface="黑体" panose="02010609060101010101" charset="-122"/>
                <a:ea typeface="黑体" panose="02010609060101010101" charset="-122"/>
                <a:cs typeface="黑体" panose="02010609060101010101" charset="-122"/>
                <a:sym typeface="+mn-ea"/>
              </a:rPr>
              <a:t>的</a:t>
            </a:r>
            <a:r>
              <a:rPr>
                <a:solidFill>
                  <a:schemeClr val="tx1"/>
                </a:solidFill>
                <a:latin typeface="黑体" panose="02010609060101010101" charset="-122"/>
                <a:ea typeface="黑体" panose="02010609060101010101" charset="-122"/>
                <a:cs typeface="黑体" panose="02010609060101010101" charset="-122"/>
                <a:sym typeface="+mn-ea"/>
              </a:rPr>
              <a:t>解放人力，减少旺季扩招、淡季</a:t>
            </a:r>
            <a:r>
              <a:rPr lang="zh-CN">
                <a:solidFill>
                  <a:schemeClr val="tx1"/>
                </a:solidFill>
                <a:latin typeface="黑体" panose="02010609060101010101" charset="-122"/>
                <a:ea typeface="黑体" panose="02010609060101010101" charset="-122"/>
                <a:cs typeface="黑体" panose="02010609060101010101" charset="-122"/>
                <a:sym typeface="+mn-ea"/>
              </a:rPr>
              <a:t>还要</a:t>
            </a:r>
            <a:r>
              <a:rPr>
                <a:solidFill>
                  <a:schemeClr val="tx1"/>
                </a:solidFill>
                <a:latin typeface="黑体" panose="02010609060101010101" charset="-122"/>
                <a:ea typeface="黑体" panose="02010609060101010101" charset="-122"/>
                <a:cs typeface="黑体" panose="02010609060101010101" charset="-122"/>
                <a:sym typeface="+mn-ea"/>
              </a:rPr>
              <a:t>裁员的人力</a:t>
            </a:r>
            <a:r>
              <a:rPr lang="zh-CN">
                <a:solidFill>
                  <a:schemeClr val="tx1"/>
                </a:solidFill>
                <a:latin typeface="黑体" panose="02010609060101010101" charset="-122"/>
                <a:ea typeface="黑体" panose="02010609060101010101" charset="-122"/>
                <a:cs typeface="黑体" panose="02010609060101010101" charset="-122"/>
                <a:sym typeface="+mn-ea"/>
              </a:rPr>
              <a:t>资源</a:t>
            </a:r>
            <a:r>
              <a:rPr>
                <a:solidFill>
                  <a:schemeClr val="tx1"/>
                </a:solidFill>
                <a:latin typeface="黑体" panose="02010609060101010101" charset="-122"/>
                <a:ea typeface="黑体" panose="02010609060101010101" charset="-122"/>
                <a:cs typeface="黑体" panose="02010609060101010101" charset="-122"/>
                <a:sym typeface="+mn-ea"/>
              </a:rPr>
              <a:t>浪费</a:t>
            </a:r>
            <a:endParaRPr lang="zh-CN" altLang="zh-CN" dirty="0">
              <a:solidFill>
                <a:schemeClr val="tx1"/>
              </a:solidFill>
              <a:latin typeface="黑体" panose="02010609060101010101" charset="-122"/>
              <a:ea typeface="黑体" panose="02010609060101010101" charset="-122"/>
              <a:cs typeface="黑体" panose="02010609060101010101" charset="-122"/>
              <a:sym typeface="+mn-ea"/>
            </a:endParaRPr>
          </a:p>
        </p:txBody>
      </p:sp>
      <p:sp>
        <p:nvSpPr>
          <p:cNvPr id="11" name="圆角矩形 16"/>
          <p:cNvSpPr/>
          <p:nvPr>
            <p:custDataLst>
              <p:tags r:id="rId4"/>
            </p:custDataLst>
          </p:nvPr>
        </p:nvSpPr>
        <p:spPr>
          <a:xfrm>
            <a:off x="865505" y="5213350"/>
            <a:ext cx="490855" cy="493395"/>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400" b="1">
                <a:solidFill>
                  <a:srgbClr val="FFFFFF"/>
                </a:solidFill>
                <a:latin typeface="+mn-ea"/>
                <a:cs typeface="+mn-ea"/>
                <a:sym typeface="+mn-ea"/>
              </a:rPr>
              <a:t>01</a:t>
            </a:r>
            <a:endParaRPr lang="en-US" altLang="zh-CN" sz="1400" b="1">
              <a:solidFill>
                <a:srgbClr val="FFFFFF"/>
              </a:solidFill>
              <a:latin typeface="+mn-ea"/>
              <a:cs typeface="+mn-ea"/>
              <a:sym typeface="+mn-ea"/>
            </a:endParaRPr>
          </a:p>
        </p:txBody>
      </p:sp>
      <p:sp>
        <p:nvSpPr>
          <p:cNvPr id="48" name="圆角矩形 3"/>
          <p:cNvSpPr/>
          <p:nvPr>
            <p:custDataLst>
              <p:tags r:id="rId5"/>
            </p:custDataLst>
          </p:nvPr>
        </p:nvSpPr>
        <p:spPr>
          <a:xfrm>
            <a:off x="4478020" y="1742440"/>
            <a:ext cx="3326765" cy="4246245"/>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algn="l">
              <a:lnSpc>
                <a:spcPct val="140000"/>
              </a:lnSpc>
              <a:buClrTx/>
              <a:buSzTx/>
              <a:buFontTx/>
            </a:pPr>
            <a:endParaRPr lang="zh-CN" altLang="zh-CN" sz="1400" dirty="0">
              <a:solidFill>
                <a:srgbClr val="262626"/>
              </a:solidFill>
              <a:latin typeface="+mn-ea"/>
              <a:cs typeface="+mn-ea"/>
              <a:sym typeface="+mn-ea"/>
            </a:endParaRPr>
          </a:p>
        </p:txBody>
      </p:sp>
      <p:sp useBgFill="1">
        <p:nvSpPr>
          <p:cNvPr id="49" name="圆角矩形 3"/>
          <p:cNvSpPr/>
          <p:nvPr>
            <p:custDataLst>
              <p:tags r:id="rId6"/>
            </p:custDataLst>
          </p:nvPr>
        </p:nvSpPr>
        <p:spPr>
          <a:xfrm>
            <a:off x="4348480" y="1626870"/>
            <a:ext cx="3354070" cy="4266565"/>
          </a:xfrm>
          <a:prstGeom prst="roundRect">
            <a:avLst>
              <a:gd name="adj" fmla="val 6621"/>
            </a:avLst>
          </a:prstGeom>
          <a:solidFill>
            <a:schemeClr val="lt1">
              <a:lumMod val="100000"/>
              <a:alpha val="10000"/>
            </a:schemeClr>
          </a:solidFill>
          <a:ln>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88290" tIns="252095" rIns="288290" bIns="698500" numCol="1" spcCol="0" rtlCol="0" fromWordArt="0" anchor="t" anchorCtr="0" forceAA="0" compatLnSpc="1">
            <a:noAutofit/>
          </a:bodyPr>
          <a:lstStyle/>
          <a:p>
            <a:pPr lvl="0" algn="l">
              <a:lnSpc>
                <a:spcPct val="140000"/>
              </a:lnSpc>
              <a:buClrTx/>
              <a:buSzTx/>
              <a:buFontTx/>
            </a:pPr>
            <a:r>
              <a:rPr>
                <a:solidFill>
                  <a:schemeClr val="tx1"/>
                </a:solidFill>
                <a:latin typeface="黑体" panose="02010609060101010101" charset="-122"/>
                <a:ea typeface="黑体" panose="02010609060101010101" charset="-122"/>
                <a:cs typeface="黑体" panose="02010609060101010101" charset="-122"/>
                <a:sym typeface="+mn-ea"/>
              </a:rPr>
              <a:t>第二是统一企业业务标准，通过模型微调固化企业商务</a:t>
            </a:r>
            <a:r>
              <a:rPr lang="zh-CN">
                <a:solidFill>
                  <a:schemeClr val="tx1"/>
                </a:solidFill>
                <a:latin typeface="黑体" panose="02010609060101010101" charset="-122"/>
                <a:ea typeface="黑体" panose="02010609060101010101" charset="-122"/>
                <a:cs typeface="黑体" panose="02010609060101010101" charset="-122"/>
                <a:sym typeface="+mn-ea"/>
              </a:rPr>
              <a:t>，</a:t>
            </a:r>
            <a:r>
              <a:rPr>
                <a:solidFill>
                  <a:schemeClr val="tx1"/>
                </a:solidFill>
                <a:latin typeface="黑体" panose="02010609060101010101" charset="-122"/>
                <a:ea typeface="黑体" panose="02010609060101010101" charset="-122"/>
                <a:cs typeface="黑体" panose="02010609060101010101" charset="-122"/>
                <a:sym typeface="+mn-ea"/>
              </a:rPr>
              <a:t>通过知识库锁定真实合规数据，输出稳定、规范、零偏差，</a:t>
            </a:r>
            <a:r>
              <a:rPr lang="zh-CN">
                <a:solidFill>
                  <a:schemeClr val="tx1"/>
                </a:solidFill>
                <a:latin typeface="黑体" panose="02010609060101010101" charset="-122"/>
                <a:ea typeface="黑体" panose="02010609060101010101" charset="-122"/>
                <a:cs typeface="黑体" panose="02010609060101010101" charset="-122"/>
                <a:sym typeface="+mn-ea"/>
              </a:rPr>
              <a:t>减小并解决</a:t>
            </a:r>
            <a:r>
              <a:rPr>
                <a:solidFill>
                  <a:schemeClr val="tx1"/>
                </a:solidFill>
                <a:latin typeface="黑体" panose="02010609060101010101" charset="-122"/>
                <a:ea typeface="黑体" panose="02010609060101010101" charset="-122"/>
                <a:cs typeface="黑体" panose="02010609060101010101" charset="-122"/>
                <a:sym typeface="+mn-ea"/>
              </a:rPr>
              <a:t>人为失误与服务参差不齐的问题</a:t>
            </a:r>
            <a:endParaRPr lang="zh-CN" altLang="en-US" dirty="0">
              <a:solidFill>
                <a:schemeClr val="tx1"/>
              </a:solidFill>
              <a:latin typeface="黑体" panose="02010609060101010101" charset="-122"/>
              <a:ea typeface="黑体" panose="02010609060101010101" charset="-122"/>
              <a:cs typeface="黑体" panose="02010609060101010101" charset="-122"/>
              <a:sym typeface="+mn-ea"/>
            </a:endParaRPr>
          </a:p>
        </p:txBody>
      </p:sp>
      <p:sp>
        <p:nvSpPr>
          <p:cNvPr id="50" name="圆角矩形 16"/>
          <p:cNvSpPr/>
          <p:nvPr>
            <p:custDataLst>
              <p:tags r:id="rId7"/>
            </p:custDataLst>
          </p:nvPr>
        </p:nvSpPr>
        <p:spPr>
          <a:xfrm>
            <a:off x="4562475" y="5213350"/>
            <a:ext cx="490855" cy="493395"/>
          </a:xfrm>
          <a:prstGeom prst="roundRect">
            <a:avLst>
              <a:gd name="adj" fmla="val 23765"/>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400" b="1">
                <a:solidFill>
                  <a:srgbClr val="FFFFFF"/>
                </a:solidFill>
                <a:latin typeface="+mn-ea"/>
                <a:cs typeface="+mn-ea"/>
                <a:sym typeface="+mn-ea"/>
              </a:rPr>
              <a:t>02</a:t>
            </a:r>
            <a:endParaRPr lang="en-US" altLang="zh-CN" sz="1400" b="1">
              <a:solidFill>
                <a:srgbClr val="FFFFFF"/>
              </a:solidFill>
              <a:latin typeface="+mn-ea"/>
              <a:cs typeface="+mn-ea"/>
              <a:sym typeface="+mn-ea"/>
            </a:endParaRPr>
          </a:p>
        </p:txBody>
      </p:sp>
      <p:sp>
        <p:nvSpPr>
          <p:cNvPr id="52" name="圆角矩形 3"/>
          <p:cNvSpPr/>
          <p:nvPr>
            <p:custDataLst>
              <p:tags r:id="rId8"/>
            </p:custDataLst>
          </p:nvPr>
        </p:nvSpPr>
        <p:spPr>
          <a:xfrm>
            <a:off x="8161655" y="1742440"/>
            <a:ext cx="3326765" cy="4246245"/>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algn="l">
              <a:lnSpc>
                <a:spcPct val="140000"/>
              </a:lnSpc>
              <a:buClrTx/>
              <a:buSzTx/>
              <a:buFontTx/>
            </a:pPr>
            <a:endParaRPr lang="zh-CN" altLang="zh-CN" sz="1400" dirty="0">
              <a:solidFill>
                <a:srgbClr val="262626"/>
              </a:solidFill>
              <a:latin typeface="+mn-ea"/>
              <a:cs typeface="+mn-ea"/>
              <a:sym typeface="+mn-ea"/>
            </a:endParaRPr>
          </a:p>
        </p:txBody>
      </p:sp>
      <p:sp useBgFill="1">
        <p:nvSpPr>
          <p:cNvPr id="53" name="圆角矩形 3"/>
          <p:cNvSpPr/>
          <p:nvPr>
            <p:custDataLst>
              <p:tags r:id="rId9"/>
            </p:custDataLst>
          </p:nvPr>
        </p:nvSpPr>
        <p:spPr>
          <a:xfrm>
            <a:off x="8032115" y="1626870"/>
            <a:ext cx="3354070" cy="4266565"/>
          </a:xfrm>
          <a:prstGeom prst="roundRect">
            <a:avLst>
              <a:gd name="adj" fmla="val 6621"/>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88290" tIns="252095" rIns="288290" bIns="698500" numCol="1" spcCol="0" rtlCol="0" fromWordArt="0" anchor="t" anchorCtr="0" forceAA="0" compatLnSpc="1">
            <a:noAutofit/>
          </a:bodyPr>
          <a:lstStyle/>
          <a:p>
            <a:pPr lvl="0" algn="l">
              <a:lnSpc>
                <a:spcPct val="140000"/>
              </a:lnSpc>
              <a:buClrTx/>
              <a:buSzTx/>
              <a:buFontTx/>
            </a:pPr>
            <a:r>
              <a:rPr>
                <a:solidFill>
                  <a:schemeClr val="tx1"/>
                </a:solidFill>
                <a:latin typeface="黑体" panose="02010609060101010101" charset="-122"/>
                <a:ea typeface="黑体" panose="02010609060101010101" charset="-122"/>
                <a:cs typeface="黑体" panose="02010609060101010101" charset="-122"/>
                <a:sym typeface="+mn-ea"/>
              </a:rPr>
              <a:t>第三是沉淀企业不可迁移的数字资产，把原本存在员工脑子里的定价策略、产品资质、营销经验全部固化为企业私有知识库与模型权重，让经验不再随人员流失</a:t>
            </a:r>
            <a:r>
              <a:rPr lang="zh-CN">
                <a:solidFill>
                  <a:schemeClr val="tx1"/>
                </a:solidFill>
                <a:latin typeface="黑体" panose="02010609060101010101" charset="-122"/>
                <a:ea typeface="黑体" panose="02010609060101010101" charset="-122"/>
                <a:cs typeface="黑体" panose="02010609060101010101" charset="-122"/>
                <a:sym typeface="+mn-ea"/>
              </a:rPr>
              <a:t>而是固定在数据中随时调用</a:t>
            </a:r>
            <a:endParaRPr lang="zh-CN" dirty="0">
              <a:solidFill>
                <a:schemeClr val="tx1"/>
              </a:solidFill>
              <a:latin typeface="黑体" panose="02010609060101010101" charset="-122"/>
              <a:ea typeface="黑体" panose="02010609060101010101" charset="-122"/>
              <a:cs typeface="黑体" panose="02010609060101010101" charset="-122"/>
              <a:sym typeface="+mn-ea"/>
            </a:endParaRPr>
          </a:p>
        </p:txBody>
      </p:sp>
      <p:sp>
        <p:nvSpPr>
          <p:cNvPr id="54" name="圆角矩形 16"/>
          <p:cNvSpPr/>
          <p:nvPr>
            <p:custDataLst>
              <p:tags r:id="rId10"/>
            </p:custDataLst>
          </p:nvPr>
        </p:nvSpPr>
        <p:spPr>
          <a:xfrm>
            <a:off x="8246110" y="5213350"/>
            <a:ext cx="490855" cy="493395"/>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400" b="1">
                <a:solidFill>
                  <a:srgbClr val="FFFFFF"/>
                </a:solidFill>
                <a:latin typeface="+mn-ea"/>
                <a:cs typeface="+mn-ea"/>
                <a:sym typeface="+mn-ea"/>
              </a:rPr>
              <a:t>03</a:t>
            </a:r>
            <a:endParaRPr lang="en-US" altLang="zh-CN" sz="1400" b="1">
              <a:solidFill>
                <a:srgbClr val="FFFFFF"/>
              </a:solidFill>
              <a:latin typeface="+mn-ea"/>
              <a:cs typeface="+mn-ea"/>
              <a:sym typeface="+mn-ea"/>
            </a:endParaRPr>
          </a:p>
        </p:txBody>
      </p:sp>
      <p:sp>
        <p:nvSpPr>
          <p:cNvPr id="3" name="文本框 2"/>
          <p:cNvSpPr txBox="1"/>
          <p:nvPr/>
        </p:nvSpPr>
        <p:spPr>
          <a:xfrm>
            <a:off x="4562475" y="1147445"/>
            <a:ext cx="4064000" cy="368300"/>
          </a:xfrm>
          <a:prstGeom prst="rect">
            <a:avLst/>
          </a:prstGeom>
          <a:noFill/>
        </p:spPr>
        <p:txBody>
          <a:bodyPr wrap="square" rtlCol="0">
            <a:spAutoFit/>
          </a:bodyPr>
          <a:p>
            <a:r>
              <a:rPr>
                <a:latin typeface="黑体" panose="02010609060101010101" charset="-122"/>
                <a:ea typeface="黑体" panose="02010609060101010101" charset="-122"/>
                <a:cs typeface="黑体" panose="02010609060101010101" charset="-122"/>
                <a:sym typeface="+mn-ea"/>
              </a:rPr>
              <a:t>对企业核心价值体现在三点</a:t>
            </a:r>
            <a:endParaRPr lang="zh-CN" altLang="en-US"/>
          </a:p>
        </p:txBody>
      </p:sp>
    </p:spTree>
    <p:custDataLst>
      <p:tags r:id="rId1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0" name="标题 39"/>
          <p:cNvSpPr>
            <a:spLocks noGrp="1"/>
          </p:cNvSpPr>
          <p:nvPr>
            <p:ph type="title"/>
            <p:custDataLst>
              <p:tags r:id="rId1"/>
            </p:custDataLst>
          </p:nvPr>
        </p:nvSpPr>
        <p:spPr>
          <a:xfrm>
            <a:off x="865505" y="1102360"/>
            <a:ext cx="3596005" cy="2101850"/>
          </a:xfrm>
        </p:spPr>
        <p:txBody>
          <a:bodyPr anchor="t" anchorCtr="0">
            <a:normAutofit fontScale="90000"/>
          </a:bodyPr>
          <a:p>
            <a:r>
              <a:rPr sz="4445">
                <a:sym typeface="+mn-ea"/>
              </a:rPr>
              <a:t>项目的意义</a:t>
            </a:r>
            <a:br>
              <a:rPr sz="2220">
                <a:sym typeface="+mn-ea"/>
              </a:rPr>
            </a:br>
            <a:r>
              <a:rPr sz="2220">
                <a:latin typeface="黑体" panose="02010609060101010101" charset="-122"/>
                <a:ea typeface="黑体" panose="02010609060101010101" charset="-122"/>
                <a:cs typeface="黑体" panose="02010609060101010101" charset="-122"/>
                <a:sym typeface="+mn-ea"/>
              </a:rPr>
              <a:t>本项目是从底层微调、推理部署、知识检索到业务工作流的</a:t>
            </a:r>
            <a:r>
              <a:rPr sz="2220">
                <a:solidFill>
                  <a:srgbClr val="1F2329"/>
                </a:solidFill>
                <a:latin typeface="黑体" panose="02010609060101010101" charset="-122"/>
                <a:ea typeface="黑体" panose="02010609060101010101" charset="-122"/>
                <a:cs typeface="黑体" panose="02010609060101010101" charset="-122"/>
                <a:sym typeface="+mn-ea"/>
              </a:rPr>
              <a:t>全链路工程化落地</a:t>
            </a:r>
            <a:r>
              <a:rPr sz="2220">
                <a:latin typeface="黑体" panose="02010609060101010101" charset="-122"/>
                <a:ea typeface="黑体" panose="02010609060101010101" charset="-122"/>
                <a:cs typeface="黑体" panose="02010609060101010101" charset="-122"/>
                <a:sym typeface="+mn-ea"/>
              </a:rPr>
              <a:t>，技术完整、业务深度绑定、可直接替代重复性岗位工作，真正为企业实现降本、提效、标准化、资产化四大生产力价值，具备长期复用、持续迭代的战略意义</a:t>
            </a:r>
            <a:endParaRPr lang="zh-CN" altLang="en-US" sz="2220"/>
          </a:p>
        </p:txBody>
      </p:sp>
      <p:pic>
        <p:nvPicPr>
          <p:cNvPr id="30" name="图片 29" descr="D:/工作文件/工作文件/单页/用图/数据/jesus-loves-austin-OVwlD0vi168-unsplash.jpgjesus-loves-austin-OVwlD0vi168-unsplash"/>
          <p:cNvPicPr>
            <a:picLocks noChangeAspect="1"/>
          </p:cNvPicPr>
          <p:nvPr>
            <p:custDataLst>
              <p:tags r:id="rId2"/>
            </p:custDataLst>
          </p:nvPr>
        </p:nvPicPr>
        <p:blipFill>
          <a:blip r:embed="rId3"/>
          <a:srcRect/>
          <a:stretch>
            <a:fillRect/>
          </a:stretch>
        </p:blipFill>
        <p:spPr>
          <a:xfrm>
            <a:off x="8297545" y="1029970"/>
            <a:ext cx="3288665" cy="2172970"/>
          </a:xfrm>
          <a:prstGeom prst="roundRect">
            <a:avLst>
              <a:gd name="adj" fmla="val 5454"/>
            </a:avLst>
          </a:prstGeom>
          <a:solidFill>
            <a:schemeClr val="accent1"/>
          </a:solidFill>
          <a:ln>
            <a:solidFill>
              <a:schemeClr val="accent1">
                <a:alpha val="15000"/>
              </a:schemeClr>
            </a:solidFill>
          </a:ln>
          <a:effectLst>
            <a:reflection blurRad="6350" stA="52000" endA="300" endPos="20000" dir="5400000" sy="-100000" algn="bl" rotWithShape="0"/>
          </a:effectLst>
        </p:spPr>
      </p:pic>
      <p:pic>
        <p:nvPicPr>
          <p:cNvPr id="31" name="图片 30" descr="D:/工作文件/工作文件/单页/用图/数据/jacob-weinzettel-8-zjb7rnftc-unsplash.jpgjacob-weinzettel-8-zjb7rnftc-unsplash"/>
          <p:cNvPicPr>
            <a:picLocks noChangeAspect="1"/>
          </p:cNvPicPr>
          <p:nvPr>
            <p:custDataLst>
              <p:tags r:id="rId4"/>
            </p:custDataLst>
          </p:nvPr>
        </p:nvPicPr>
        <p:blipFill>
          <a:blip r:embed="rId5"/>
          <a:srcRect/>
          <a:stretch>
            <a:fillRect/>
          </a:stretch>
        </p:blipFill>
        <p:spPr>
          <a:xfrm>
            <a:off x="4844415" y="3734435"/>
            <a:ext cx="3288665" cy="2172970"/>
          </a:xfrm>
          <a:prstGeom prst="roundRect">
            <a:avLst>
              <a:gd name="adj" fmla="val 5454"/>
            </a:avLst>
          </a:prstGeom>
          <a:solidFill>
            <a:schemeClr val="accent1"/>
          </a:solidFill>
          <a:ln>
            <a:solidFill>
              <a:schemeClr val="accent1">
                <a:alpha val="15000"/>
              </a:schemeClr>
            </a:solidFill>
          </a:ln>
          <a:effectLst>
            <a:reflection blurRad="6350" stA="52000" endA="300" endPos="20000" dir="5400000" sy="-100000" algn="bl" rotWithShape="0"/>
          </a:effectLst>
        </p:spPr>
      </p:pic>
      <p:sp>
        <p:nvSpPr>
          <p:cNvPr id="32" name="同侧圆角矩形 31"/>
          <p:cNvSpPr/>
          <p:nvPr>
            <p:custDataLst>
              <p:tags r:id="rId6"/>
            </p:custDataLst>
          </p:nvPr>
        </p:nvSpPr>
        <p:spPr>
          <a:xfrm rot="5400000">
            <a:off x="-857885" y="1889125"/>
            <a:ext cx="2172335" cy="455930"/>
          </a:xfrm>
          <a:prstGeom prst="round2SameRect">
            <a:avLst/>
          </a:prstGeom>
          <a:solidFill>
            <a:schemeClr val="accent1">
              <a:alpha val="25000"/>
            </a:schemeClr>
          </a:solid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20000"/>
              </a:lnSpc>
              <a:buClrTx/>
              <a:buSzTx/>
              <a:buFontTx/>
            </a:pPr>
            <a:endParaRPr lang="zh-CN" altLang="en-US">
              <a:solidFill>
                <a:schemeClr val="lt1"/>
              </a:solidFill>
              <a:latin typeface="Arial" panose="020B0604020202020204" pitchFamily="34" charset="0"/>
              <a:ea typeface="微软雅黑" panose="020B0503020204020204" charset="-122"/>
              <a:sym typeface="+mn-ea"/>
            </a:endParaRPr>
          </a:p>
        </p:txBody>
      </p:sp>
      <p:pic>
        <p:nvPicPr>
          <p:cNvPr id="33" name="图片 32" descr="D:/工作文件/工作文件/单页/用图/数据/evangeline-shaw-nwLTVwb7DbU-unsplash.jpgevangeline-shaw-nwLTVwb7DbU-unsplash"/>
          <p:cNvPicPr>
            <a:picLocks noChangeAspect="1"/>
          </p:cNvPicPr>
          <p:nvPr>
            <p:custDataLst>
              <p:tags r:id="rId7"/>
            </p:custDataLst>
          </p:nvPr>
        </p:nvPicPr>
        <p:blipFill>
          <a:blip r:embed="rId8"/>
          <a:srcRect/>
          <a:stretch>
            <a:fillRect/>
          </a:stretch>
        </p:blipFill>
        <p:spPr>
          <a:xfrm>
            <a:off x="8297545" y="3734435"/>
            <a:ext cx="3288665" cy="2172970"/>
          </a:xfrm>
          <a:prstGeom prst="roundRect">
            <a:avLst>
              <a:gd name="adj" fmla="val 5454"/>
            </a:avLst>
          </a:prstGeom>
          <a:solidFill>
            <a:schemeClr val="accent1"/>
          </a:solidFill>
          <a:ln>
            <a:solidFill>
              <a:schemeClr val="accent1">
                <a:alpha val="15000"/>
              </a:schemeClr>
            </a:solidFill>
          </a:ln>
          <a:effectLst>
            <a:reflection blurRad="6350" stA="52000" endA="300" endPos="20000" dir="5400000" sy="-100000" algn="bl" rotWithShape="0"/>
          </a:effectLst>
        </p:spPr>
      </p:pic>
      <p:pic>
        <p:nvPicPr>
          <p:cNvPr id="38" name="图片 37" descr="D:/工作文件/工作文件/单页/用图/数据/luke-southern-9yCYGgPe5Kg-unsplash.jpgluke-southern-9yCYGgPe5Kg-unsplash"/>
          <p:cNvPicPr>
            <a:picLocks noChangeAspect="1"/>
          </p:cNvPicPr>
          <p:nvPr>
            <p:custDataLst>
              <p:tags r:id="rId9"/>
            </p:custDataLst>
          </p:nvPr>
        </p:nvPicPr>
        <p:blipFill>
          <a:blip r:embed="rId10"/>
          <a:srcRect/>
          <a:stretch>
            <a:fillRect/>
          </a:stretch>
        </p:blipFill>
        <p:spPr>
          <a:xfrm>
            <a:off x="4843780" y="1029970"/>
            <a:ext cx="3288665" cy="2172970"/>
          </a:xfrm>
          <a:prstGeom prst="roundRect">
            <a:avLst>
              <a:gd name="adj" fmla="val 5454"/>
            </a:avLst>
          </a:prstGeom>
          <a:solidFill>
            <a:schemeClr val="accent1"/>
          </a:solidFill>
          <a:ln>
            <a:solidFill>
              <a:schemeClr val="accent1">
                <a:alpha val="15000"/>
              </a:schemeClr>
            </a:solidFill>
          </a:ln>
          <a:effectLst>
            <a:reflection blurRad="6350" stA="52000" endA="300" endPos="20000" dir="5400000" sy="-100000" algn="bl" rotWithShape="0"/>
          </a:effectLst>
        </p:spPr>
      </p:pic>
    </p:spTree>
    <p:custDataLst>
      <p:tags r:id="rId1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2"/>
            <p:custDataLst>
              <p:tags r:id="rId1"/>
            </p:custDataLst>
          </p:nvPr>
        </p:nvSpPr>
        <p:spPr/>
        <p:txBody>
          <a:bodyPr/>
          <a:lstStyle/>
          <a:p>
            <a:r>
              <a:rPr lang="zh-CN" altLang="en-US"/>
              <a:t>汇报人：侯志杰</a:t>
            </a:r>
            <a:endParaRPr lang="zh-CN" altLang="en-US" dirty="0"/>
          </a:p>
        </p:txBody>
      </p:sp>
      <p:sp>
        <p:nvSpPr>
          <p:cNvPr id="6" name="标题 5"/>
          <p:cNvSpPr>
            <a:spLocks noGrp="1"/>
          </p:cNvSpPr>
          <p:nvPr>
            <p:ph type="title" idx="1"/>
            <p:custDataLst>
              <p:tags r:id="rId2"/>
            </p:custDataLst>
          </p:nvPr>
        </p:nvSpPr>
        <p:spPr/>
        <p:txBody>
          <a:bodyPr/>
          <a:lstStyle/>
          <a:p>
            <a:r>
              <a:rPr lang="zh-CN" altLang="en-US" dirty="0"/>
              <a:t>THANKS</a:t>
            </a:r>
            <a:endParaRPr lang="zh-CN" altLang="en-US" dirty="0"/>
          </a:p>
        </p:txBody>
      </p:sp>
    </p:spTree>
    <p:custDataLst>
      <p:tags r:id="rId3"/>
    </p:custDataLst>
  </p:cSld>
  <p:clrMapOvr>
    <a:overrideClrMapping bg1="lt1" tx1="dk1" bg2="lt2" tx2="dk2" accent1="accent1" accent2="accent2" accent3="accent3" accent4="accent4" accent5="accent5" accent6="accent6" hlink="hlink" folHlink="folHlink"/>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1.0"/>
  <p:tag name="KSO_WM_BEAUTIFY_FLAG" val="#wm#"/>
</p:tagLst>
</file>

<file path=ppt/tags/tag72.xml><?xml version="1.0" encoding="utf-8"?>
<p:tagLst xmlns:p="http://schemas.openxmlformats.org/presentationml/2006/main">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1.0"/>
  <p:tag name="KSO_WM_BEAUTIFY_FLAG" val="#wm#"/>
  <p:tag name="KSO_WM_UNIT_CONTENT_GROUP_TYPE" val="contentchip"/>
</p:tagLst>
</file>

<file path=ppt/tags/tag73.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1.0"/>
  <p:tag name="KSO_WM_BEAUTIFY_FLAG" val="#wm#"/>
  <p:tag name="KSO_WM_UNIT_CONTENT_GROUP_TYPE" val="contentchip"/>
</p:tagLst>
</file>

<file path=ppt/tags/tag74.xml><?xml version="1.0" encoding="utf-8"?>
<p:tagLst xmlns:p="http://schemas.openxmlformats.org/presentationml/2006/main">
  <p:tag name="KSO_WM_UNIT_ISCONTENTSTITLE" val="0"/>
  <p:tag name="KSO_WM_UNIT_ISNUMDGMTITLE" val="0"/>
  <p:tag name="KSO_WM_UNIT_PRESET_TEXT" val="单击此处&#10;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1.0"/>
  <p:tag name="KSO_WM_BEAUTIFY_FLAG" val="#wm#"/>
  <p:tag name="KSO_WM_UNIT_CONTENT_GROUP_TYPE" val="contentchip"/>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10;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7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1.0"/>
  <p:tag name="KSO_WM_BEAUTIFY_FLAG" val="#wm#"/>
  <p:tag name="KSO_WM_UNIT_CONTENT_GROUP_TYPE" val="titlestyle"/>
  <p:tag name="KSO_WM_UNIT_PRESET_TEXT" val="单击添加文档标题"/>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i*1"/>
  <p:tag name="KSO_WM_UNIT_LAYERLEVEL" val="1"/>
  <p:tag name="KSO_WM_TAG_VERSION" val="1.0"/>
  <p:tag name="KSO_WM_BEAUTIFY_FLAG" val="#wm#"/>
  <p:tag name="KSO_WM_UNIT_CONTENT_GROUP_TYPE" val="titlestyle"/>
  <p:tag name="KSO_WM_UNIT_TYPE" val="i"/>
  <p:tag name="KSO_WM_UNIT_INDEX"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1.0"/>
  <p:tag name="KSO_WM_BEAUTIFY_FLAG" val="#wm#"/>
  <p:tag name="KSO_WM_UNIT_TYPE" val="i"/>
  <p:tag name="KSO_WM_UNIT_INDEX" val="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1.0"/>
  <p:tag name="KSO_WM_BEAUTIFY_FLAG" val="#wm#"/>
  <p:tag name="KSO_WM_UNIT_TYPE" val="i"/>
  <p:tag name="KSO_WM_UNIT_INDEX"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1.0"/>
  <p:tag name="KSO_WM_BEAUTIFY_FLAG" val="#wm#"/>
  <p:tag name="KSO_WM_UNIT_TYPE" val="i"/>
  <p:tag name="KSO_WM_UNIT_INDEX" val="3"/>
</p:tagLst>
</file>

<file path=ppt/tags/tag87.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1.0"/>
  <p:tag name="KSO_WM_BEAUTIFY_FLAG" val="#wm#"/>
  <p:tag name="KSO_WM_UNIT_TYPE" val="i"/>
  <p:tag name="KSO_WM_UNIT_INDEX" val="4"/>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5"/>
  <p:tag name="KSO_WM_UNIT_LAYERLEVEL" val="1"/>
  <p:tag name="KSO_WM_TAG_VERSION" val="1.0"/>
  <p:tag name="KSO_WM_BEAUTIFY_FLAG" val="#wm#"/>
  <p:tag name="KSO_WM_UNIT_TYPE" val="i"/>
  <p:tag name="KSO_WM_UNIT_INDEX" val="5"/>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1.0"/>
  <p:tag name="KSO_WM_BEAUTIFY_FLAG" val="#wm#"/>
  <p:tag name="KSO_WM_UNIT_TYPE" val="i"/>
  <p:tag name="KSO_WM_UNIT_INDEX"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1.0"/>
  <p:tag name="KSO_WM_BEAUTIFY_FLAG" val="#wm#"/>
  <p:tag name="KSO_WM_UNIT_TYPE" val="i"/>
  <p:tag name="KSO_WM_UNIT_INDEX"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1.0"/>
  <p:tag name="KSO_WM_BEAUTIFY_FLAG" val="#wm#"/>
  <p:tag name="KSO_WM_UNIT_TYPE" val="i"/>
  <p:tag name="KSO_WM_UNIT_INDEX" val="3"/>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
  <p:tag name="KSO_WM_UNIT_LAYERLEVEL" val="1"/>
  <p:tag name="KSO_WM_TAG_VERSION" val="1.0"/>
  <p:tag name="KSO_WM_BEAUTIFY_FLAG" val="#wm#"/>
  <p:tag name="KSO_WM_UNIT_TYPE" val="i"/>
  <p:tag name="KSO_WM_UNIT_INDEX" val="4"/>
</p:tagLst>
</file>

<file path=ppt/tags/tag97.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1.0"/>
  <p:tag name="KSO_WM_BEAUTIFY_FLAG" val="#wm#"/>
  <p:tag name="KSO_WM_UNIT_CONTENT_GROUP_TYPE" val="contentchip"/>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5"/>
  <p:tag name="KSO_WM_UNIT_LAYERLEVEL" val="1"/>
  <p:tag name="KSO_WM_TAG_VERSION" val="1.0"/>
  <p:tag name="KSO_WM_BEAUTIFY_FLAG" val="#wm#"/>
  <p:tag name="KSO_WM_UNIT_CONTENT_GROUP_TYPE" val="contentchip"/>
  <p:tag name="KSO_WM_UNIT_TYPE" val="i"/>
  <p:tag name="KSO_WM_UNIT_INDEX" val="5"/>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6"/>
  <p:tag name="KSO_WM_UNIT_LAYERLEVEL" val="1"/>
  <p:tag name="KSO_WM_TAG_VERSION" val="1.0"/>
  <p:tag name="KSO_WM_BEAUTIFY_FLAG" val="#wm#"/>
  <p:tag name="KSO_WM_UNIT_CONTENT_GROUP_TYPE" val="contentchip"/>
  <p:tag name="KSO_WM_UNIT_TYPE" val="i"/>
  <p:tag name="KSO_WM_UNIT_INDEX" val="6"/>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7"/>
  <p:tag name="KSO_WM_UNIT_LAYERLEVEL" val="1"/>
  <p:tag name="KSO_WM_TAG_VERSION" val="1.0"/>
  <p:tag name="KSO_WM_BEAUTIFY_FLAG" val="#wm#"/>
  <p:tag name="KSO_WM_UNIT_CONTENT_GROUP_TYPE" val="contentchip"/>
  <p:tag name="KSO_WM_UNIT_TYPE" val="i"/>
  <p:tag name="KSO_WM_UNIT_INDEX" val="7"/>
</p:tagLst>
</file>

<file path=ppt/tags/tag101.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1.0"/>
  <p:tag name="KSO_WM_BEAUTIFY_FLAG" val="#wm#"/>
  <p:tag name="KSO_WM_UNIT_CONTENT_GROUP_TYPE" val="contentchip"/>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i*1"/>
  <p:tag name="KSO_WM_UNIT_LAYERLEVEL" val="1"/>
  <p:tag name="KSO_WM_TAG_VERSION" val="1.0"/>
  <p:tag name="KSO_WM_BEAUTIFY_FLAG" val="#wm#"/>
  <p:tag name="KSO_WM_UNIT_CONTENT_GROUP_TYPE" val="titlestyle"/>
  <p:tag name="KSO_WM_UNIT_TYPE" val="i"/>
  <p:tag name="KSO_WM_UNIT_INDEX" val="1"/>
</p:tagLst>
</file>

<file path=ppt/tags/tag10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1.0"/>
  <p:tag name="KSO_WM_BEAUTIFY_FLAG" val="#wm#"/>
  <p:tag name="KSO_WM_UNIT_PRESET_TEXT" val="单击此处编辑母版文本样式&#10;第二级&#10;第三级&#10;第四级&#10;第五级"/>
</p:tagLst>
</file>

<file path=ppt/tags/tag1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1.0"/>
  <p:tag name="KSO_WM_BEAUTIFY_FLAG" val="#wm#"/>
  <p:tag name="KSO_WM_UNIT_PRESET_TEXT" val="单击此处编辑母版文本样式&#10;第二级&#10;第三级&#10;第四级&#10;第五级"/>
</p:tagLst>
</file>

<file path=ppt/tags/tag10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1.0"/>
  <p:tag name="KSO_WM_BEAUTIFY_FLAG" val="#wm#"/>
  <p:tag name="KSO_WM_UNIT_CONTENT_GROUP_TYPE" val="titlestyle"/>
  <p:tag name="KSO_WM_UNIT_PRESET_TEXT" val="单击添加文档标题"/>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1"/>
  <p:tag name="KSO_WM_UNIT_LAYERLEVEL" val="1"/>
  <p:tag name="KSO_WM_TAG_VERSION" val="1.0"/>
  <p:tag name="KSO_WM_BEAUTIFY_FLAG" val="#wm#"/>
  <p:tag name="KSO_WM_UNIT_CONTENT_GROUP_TYPE" val="titlestyle"/>
  <p:tag name="KSO_WM_UNIT_TYPE" val="i"/>
  <p:tag name="KSO_WM_UNIT_INDEX" val="1"/>
</p:tagLst>
</file>

<file path=ppt/tags/tag11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1.0"/>
  <p:tag name="KSO_WM_BEAUTIFY_FLAG" val="#wm#"/>
  <p:tag name="KSO_WM_UNIT_PRESET_TEXT" val="单击此处编辑母版文本样式&#10;第二级&#10;第三级&#10;第四级&#10;第五级"/>
</p:tagLst>
</file>

<file path=ppt/tags/tag114.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1.0"/>
  <p:tag name="KSO_WM_BEAUTIFY_FLAG" val="#wm#"/>
</p:tagLst>
</file>

<file path=ppt/tags/tag11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1.0"/>
  <p:tag name="KSO_WM_BEAUTIFY_FLAG" val="#wm#"/>
  <p:tag name="KSO_WM_UNIT_PRESET_TEXT" val="单击此处编辑母版文本样式&#10;第二级&#10;第三级&#10;第四级&#10;第五级"/>
</p:tagLst>
</file>

<file path=ppt/tags/tag116.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1.0"/>
  <p:tag name="KSO_WM_BEAUTIFY_FLAG" val="#wm#"/>
</p:tagLst>
</file>

<file path=ppt/tags/tag1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1.0"/>
  <p:tag name="KSO_WM_BEAUTIFY_FLAG" val="#wm#"/>
  <p:tag name="KSO_WM_UNIT_CONTENT_GROUP_TYPE" val="titlestyle"/>
  <p:tag name="KSO_WM_UNIT_PRESET_TEXT" val="单击添加文档标题"/>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i*1"/>
  <p:tag name="KSO_WM_UNIT_LAYERLEVEL" val="1"/>
  <p:tag name="KSO_WM_TAG_VERSION" val="1.0"/>
  <p:tag name="KSO_WM_BEAUTIFY_FLAG" val="#wm#"/>
  <p:tag name="KSO_WM_UNIT_CONTENT_GROUP_TYPE" val="titlestyle"/>
  <p:tag name="KSO_WM_UNIT_TYPE" val="i"/>
  <p:tag name="KSO_WM_UNIT_INDEX" val="1"/>
</p:tagLst>
</file>

<file path=ppt/tags/tag12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1.0"/>
  <p:tag name="KSO_WM_BEAUTIFY_FLAG" val="#wm#"/>
  <p:tag name="KSO_WM_UNIT_CONTENT_GROUP_TYPE" val="titlestyle"/>
  <p:tag name="KSO_WM_UNIT_PRESET_TEXT" val="单击添加文档标题"/>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1.0"/>
  <p:tag name="KSO_WM_BEAUTIFY_FLAG" val="#wm#"/>
  <p:tag name="KSO_WM_UNIT_PRESET_TEXT" val="单击此处编辑母版文本样式&#10;第二级&#10;第三级&#10;第四级&#10;第五级"/>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1"/>
  <p:tag name="KSO_WM_UNIT_LAYERLEVEL" val="1"/>
  <p:tag name="KSO_WM_TAG_VERSION" val="1.0"/>
  <p:tag name="KSO_WM_BEAUTIFY_FLAG" val="#wm#"/>
  <p:tag name="KSO_WM_UNIT_CONTENT_GROUP_TYPE" val="titlestyle"/>
  <p:tag name="KSO_WM_UNIT_TYPE" val="i"/>
  <p:tag name="KSO_WM_UNIT_INDEX" val="1"/>
</p:tagLst>
</file>

<file path=ppt/tags/tag134.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1.0"/>
  <p:tag name="KSO_WM_BEAUTIFY_FLAG" val="#wm#"/>
  <p:tag name="KSO_WM_UNIT_CONTENT_GROUP_TYPE" val="titlestyle"/>
</p:tagLst>
</file>

<file path=ppt/tags/tag1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1.0"/>
  <p:tag name="KSO_WM_BEAUTIFY_FLAG" val="#wm#"/>
  <p:tag name="KSO_WM_UNIT_CONTENT_GROUP_TYPE" val="titlestyle"/>
  <p:tag name="KSO_WM_UNIT_PRESET_TEXT" val="单击添加文档标题"/>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1.0"/>
  <p:tag name="KSO_WM_BEAUTIFY_FLAG" val="#wm#"/>
  <p:tag name="KSO_WM_UNIT_TYPE" val="i"/>
  <p:tag name="KSO_WM_UNIT_INDEX"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1.0"/>
  <p:tag name="KSO_WM_BEAUTIFY_FLAG" val="#wm#"/>
  <p:tag name="KSO_WM_UNIT_TYPE" val="i"/>
  <p:tag name="KSO_WM_UNIT_INDEX" val="2"/>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1.0"/>
  <p:tag name="KSO_WM_BEAUTIFY_FLAG" val="#wm#"/>
  <p:tag name="KSO_WM_UNIT_TYPE" val="i"/>
  <p:tag name="KSO_WM_UNIT_INDEX" val="3"/>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4"/>
  <p:tag name="KSO_WM_UNIT_LAYERLEVEL" val="1"/>
  <p:tag name="KSO_WM_TAG_VERSION" val="1.0"/>
  <p:tag name="KSO_WM_BEAUTIFY_FLAG" val="#wm#"/>
  <p:tag name="KSO_WM_UNIT_TYPE" val="i"/>
  <p:tag name="KSO_WM_UNIT_INDEX" val="4"/>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5"/>
  <p:tag name="KSO_WM_UNIT_LAYERLEVEL" val="1"/>
  <p:tag name="KSO_WM_TAG_VERSION" val="1.0"/>
  <p:tag name="KSO_WM_BEAUTIFY_FLAG" val="#wm#"/>
  <p:tag name="KSO_WM_UNIT_TYPE" val="i"/>
  <p:tag name="KSO_WM_UNIT_INDEX" val="5"/>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6"/>
  <p:tag name="KSO_WM_UNIT_LAYERLEVEL" val="1"/>
  <p:tag name="KSO_WM_TAG_VERSION" val="1.0"/>
  <p:tag name="KSO_WM_BEAUTIFY_FLAG" val="#wm#"/>
  <p:tag name="KSO_WM_UNIT_TYPE" val="i"/>
  <p:tag name="KSO_WM_UNIT_INDEX" val="6"/>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7"/>
  <p:tag name="KSO_WM_UNIT_LAYERLEVEL" val="1"/>
  <p:tag name="KSO_WM_TAG_VERSION" val="1.0"/>
  <p:tag name="KSO_WM_BEAUTIFY_FLAG" val="#wm#"/>
  <p:tag name="KSO_WM_UNIT_TYPE" val="i"/>
  <p:tag name="KSO_WM_UNIT_INDEX" val="7"/>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8"/>
  <p:tag name="KSO_WM_UNIT_LAYERLEVEL" val="1"/>
  <p:tag name="KSO_WM_TAG_VERSION" val="1.0"/>
  <p:tag name="KSO_WM_BEAUTIFY_FLAG" val="#wm#"/>
  <p:tag name="KSO_WM_UNIT_TYPE" val="i"/>
  <p:tag name="KSO_WM_UNIT_INDEX" val="8"/>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9"/>
  <p:tag name="KSO_WM_UNIT_LAYERLEVEL" val="1"/>
  <p:tag name="KSO_WM_TAG_VERSION" val="1.0"/>
  <p:tag name="KSO_WM_BEAUTIFY_FLAG" val="#wm#"/>
  <p:tag name="KSO_WM_UNIT_TYPE" val="i"/>
  <p:tag name="KSO_WM_UNIT_INDEX" val="9"/>
</p:tagLst>
</file>

<file path=ppt/tags/tag148.xml><?xml version="1.0" encoding="utf-8"?>
<p:tagLst xmlns:p="http://schemas.openxmlformats.org/presentationml/2006/main">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1.0"/>
  <p:tag name="KSO_WM_BEAUTIFY_FLAG" val="#wm#"/>
  <p:tag name="KSO_WM_UNIT_CONTENT_GROUP_TYPE" val="contentchip"/>
</p:tagLst>
</file>

<file path=ppt/tags/tag149.xml><?xml version="1.0" encoding="utf-8"?>
<p:tagLst xmlns:p="http://schemas.openxmlformats.org/presentationml/2006/main">
  <p:tag name="KSO_WM_UNIT_ISCONTENTSTITLE" val="0"/>
  <p:tag name="KSO_WM_UNIT_ISNUMDGMTITLE" val="0"/>
  <p:tag name="KSO_WM_UNIT_PRESET_TEXT" val="THANKS"/>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1.0"/>
  <p:tag name="KSO_WM_BEAUTIFY_FLAG" val="#wm#"/>
  <p:tag name="KSO_WM_UNIT_CONTENT_GROUP_TYPE" val="contentchip"/>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1.0"/>
  <p:tag name="KSO_WM_BEAUTIFY_FLAG" val="#wm#"/>
  <p:tag name="KSO_WM_UNIT_CONTENT_GROUP_TYPE" val="titlestyle"/>
  <p:tag name="KSO_WM_UNIT_TYPE" val="i"/>
  <p:tag name="KSO_WM_UNIT_INDEX"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30280"/>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30280"/>
</p:tagLst>
</file>

<file path=ppt/tags/tag159.xml><?xml version="1.0" encoding="utf-8"?>
<p:tagLst xmlns:p="http://schemas.openxmlformats.org/presentationml/2006/main">
  <p:tag name="KSO_WM_TEMPLATE_SUBCATEGORY" val="29"/>
  <p:tag name="KSO_WM_TEMPLATE_MASTER_TYPE" val="0"/>
  <p:tag name="KSO_WM_TEMPLATE_COLOR_TYPE" val="0"/>
  <p:tag name="KSO_WM_TAG_VERSION" val="1.0"/>
  <p:tag name="KSO_WM_BEAUTIFY_FLAG" val="#wm#"/>
  <p:tag name="KSO_WM_TEMPLATE_CATEGORY" val="custom"/>
  <p:tag name="KSO_WM_TEMPLATE_INDEX" val="20230280"/>
  <p:tag name="KSO_WM_SPECIAL_SOURCE" val="bdnull"/>
  <p:tag name="KSO_WM_TEMPLATE_THUMBS_INDEX" val="1、9"/>
</p:tagLst>
</file>

<file path=ppt/tags/tag160.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1*f*1"/>
  <p:tag name="KSO_WM_TEMPLATE_CATEGORY" val="custom"/>
  <p:tag name="KSO_WM_TEMPLATE_INDEX" val="20230280"/>
  <p:tag name="KSO_WM_UNIT_LAYERLEVEL" val="1"/>
  <p:tag name="KSO_WM_TAG_VERSION" val="1.0"/>
  <p:tag name="KSO_WM_BEAUTIFY_FLAG" val="#wm#"/>
  <p:tag name="KSO_WM_UNIT_CONTENT_GROUP_TYPE" val="contentchip"/>
</p:tagLst>
</file>

<file path=ppt/tags/tag161.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单击此处添加副标题"/>
  <p:tag name="KSO_WM_UNIT_TEXT_TYPE" val="1"/>
</p:tagLst>
</file>

<file path=ppt/tags/tag16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1*a*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单击此处&#10;添加文档标题"/>
  <p:tag name="KSO_WM_UNIT_TEXT_TYPE" val="1"/>
</p:tagLst>
</file>

<file path=ppt/tags/tag163.xml><?xml version="1.0" encoding="utf-8"?>
<p:tagLst xmlns:p="http://schemas.openxmlformats.org/presentationml/2006/main">
  <p:tag name="KSO_WM_SLIDE_ID" val="custom20230280_1"/>
  <p:tag name="KSO_WM_TEMPLATE_SUBCATEGORY" val="29"/>
  <p:tag name="KSO_WM_TEMPLATE_MASTER_TYPE" val="0"/>
  <p:tag name="KSO_WM_TEMPLATE_COLOR_TYPE" val="0"/>
  <p:tag name="KSO_WM_SLIDE_ITEM_CNT" val="0"/>
  <p:tag name="KSO_WM_SLIDE_INDEX" val="1"/>
  <p:tag name="KSO_WM_TAG_VERSION" val="1.0"/>
  <p:tag name="KSO_WM_BEAUTIFY_FLAG" val="#wm#"/>
  <p:tag name="KSO_WM_TEMPLATE_CATEGORY" val="custom"/>
  <p:tag name="KSO_WM_TEMPLATE_INDEX" val="20230280"/>
  <p:tag name="KSO_WM_SLIDE_TYPE" val="title"/>
  <p:tag name="KSO_WM_SLIDE_SUBTYPE" val="pureTxt"/>
  <p:tag name="KSO_WM_SLIDE_LAYOUT" val="a_b_f"/>
  <p:tag name="KSO_WM_SLIDE_LAYOUT_CNT" val="1_1_1"/>
  <p:tag name="KSO_WM_SPECIAL_SOURCE" val="bdnull"/>
  <p:tag name="KSO_WM_TEMPLATE_THUMBS_INDEX" val="1、9"/>
  <p:tag name="KSO_WM_SLIDE_CONTENT_AREA" val="{&quot;left&quot;:&quot;413.45&quot;,&quot;top&quot;:&quot;89.95&quot;,&quot;width&quot;:&quot;493.5&quot;,&quot;height&quot;:&quot;323.95&quot;}"/>
  <p:tag name="KSO_WM_SLIDE_THEME_ID" val="3302886"/>
  <p:tag name="KSO_WM_SLIDE_THEME_NAME" val="绿色简约风主题"/>
</p:tagLst>
</file>

<file path=ppt/tags/tag164.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4*a*1"/>
  <p:tag name="KSO_WM_TEMPLATE_CATEGORY" val="custom"/>
  <p:tag name="KSO_WM_TEMPLATE_INDEX" val="20230280"/>
  <p:tag name="KSO_WM_UNIT_LAYERLEVEL" val="1"/>
  <p:tag name="KSO_WM_TAG_VERSION" val="1.0"/>
  <p:tag name="KSO_WM_BEAUTIFY_FLAG" val="#wm#"/>
  <p:tag name="KSO_WM_DIAGRAM_GROUP_CODE" val="l1-1"/>
  <p:tag name="KSO_WM_UNIT_TEXT_FILL_FORE_SCHEMECOLOR_INDEX" val="5"/>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280_4*l_h_i*1_1_1"/>
  <p:tag name="KSO_WM_TEMPLATE_CATEGORY" val="custom"/>
  <p:tag name="KSO_WM_TEMPLATE_INDEX" val="20230280"/>
  <p:tag name="KSO_WM_UNIT_LAYERLEVEL" val="1_1_1"/>
  <p:tag name="KSO_WM_TAG_VERSION" val="1.0"/>
  <p:tag name="KSO_WM_BEAUTIFY_FLAG" val="#wm#"/>
  <p:tag name="KSO_WM_DIAGRAM_GROUP_CODE" val="l1-1"/>
  <p:tag name="KSO_WM_DIAGRAM_VERSION" val="3"/>
  <p:tag name="KSO_WM_DIAGRAM_MAX_ITEMCNT" val="6"/>
  <p:tag name="KSO_WM_DIAGRAM_MIN_ITEMCNT" val="2"/>
  <p:tag name="KSO_WM_DIAGRAM_VIRTUALLY_FRAME" val="{&quot;height&quot;:407.60555728461804,&quot;left&quot;:248.64476988304324,&quot;top&quot;:73.52499389648438,&quot;width&quot;:645.0499877929688}"/>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5"/>
  <p:tag name="KSO_WM_UNIT_TEXT_FILL_TYPE" val="1"/>
  <p:tag name="KSO_WM_UNIT_USESOURCEFORMAT_APPLY" val="1"/>
</p:tagLst>
</file>

<file path=ppt/tags/tag16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280"/>
  <p:tag name="KSO_WM_UNIT_LAYERLEVEL" val="1_1_1"/>
  <p:tag name="KSO_WM_TAG_VERSION" val="1.0"/>
  <p:tag name="KSO_WM_BEAUTIFY_FLAG" val="#wm#"/>
  <p:tag name="KSO_WM_DIAGRAM_GROUP_CODE" val="l1-1"/>
  <p:tag name="KSO_WM_UNIT_VALUE" val="36"/>
  <p:tag name="KSO_WM_UNIT_TYPE" val="l_h_a"/>
  <p:tag name="KSO_WM_UNIT_ID" val="custom20230280_4*l_h_a*1_1_1"/>
  <p:tag name="KSO_WM_DIAGRAM_VERSION" val="3"/>
  <p:tag name="KSO_WM_UNIT_PRESET_TEXT" val="添加目录文本"/>
  <p:tag name="KSO_WM_DIAGRAM_MAX_ITEMCNT" val="6"/>
  <p:tag name="KSO_WM_DIAGRAM_MIN_ITEMCNT" val="2"/>
  <p:tag name="KSO_WM_DIAGRAM_VIRTUALLY_FRAME" val="{&quot;height&quot;:407.60555728461804,&quot;left&quot;:248.64476988304324,&quot;top&quot;:73.52499389648438,&quot;width&quot;:645.04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280_4*l_h_i*1_2_1"/>
  <p:tag name="KSO_WM_TEMPLATE_CATEGORY" val="custom"/>
  <p:tag name="KSO_WM_TEMPLATE_INDEX" val="20230280"/>
  <p:tag name="KSO_WM_UNIT_LAYERLEVEL" val="1_1_1"/>
  <p:tag name="KSO_WM_TAG_VERSION" val="1.0"/>
  <p:tag name="KSO_WM_BEAUTIFY_FLAG" val="#wm#"/>
  <p:tag name="KSO_WM_DIAGRAM_GROUP_CODE" val="l1-1"/>
  <p:tag name="KSO_WM_DIAGRAM_VERSION" val="3"/>
  <p:tag name="KSO_WM_DIAGRAM_MAX_ITEMCNT" val="6"/>
  <p:tag name="KSO_WM_DIAGRAM_MIN_ITEMCNT" val="2"/>
  <p:tag name="KSO_WM_DIAGRAM_VIRTUALLY_FRAME" val="{&quot;height&quot;:407.60555728461804,&quot;left&quot;:248.64476988304324,&quot;top&quot;:73.52499389648438,&quot;width&quot;:645.0499877929688}"/>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5"/>
  <p:tag name="KSO_WM_UNIT_TEXT_FILL_TYPE" val="1"/>
  <p:tag name="KSO_WM_UNIT_USESOURCEFORMAT_APPLY" val="1"/>
</p:tagLst>
</file>

<file path=ppt/tags/tag16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280"/>
  <p:tag name="KSO_WM_UNIT_LAYERLEVEL" val="1_1_1"/>
  <p:tag name="KSO_WM_TAG_VERSION" val="1.0"/>
  <p:tag name="KSO_WM_BEAUTIFY_FLAG" val="#wm#"/>
  <p:tag name="KSO_WM_DIAGRAM_GROUP_CODE" val="l1-1"/>
  <p:tag name="KSO_WM_UNIT_VALUE" val="36"/>
  <p:tag name="KSO_WM_UNIT_TYPE" val="l_h_a"/>
  <p:tag name="KSO_WM_UNIT_ID" val="custom20230280_4*l_h_a*1_2_1"/>
  <p:tag name="KSO_WM_DIAGRAM_VERSION" val="3"/>
  <p:tag name="KSO_WM_UNIT_PRESET_TEXT" val="添加目录文本"/>
  <p:tag name="KSO_WM_DIAGRAM_MAX_ITEMCNT" val="6"/>
  <p:tag name="KSO_WM_DIAGRAM_MIN_ITEMCNT" val="2"/>
  <p:tag name="KSO_WM_DIAGRAM_VIRTUALLY_FRAME" val="{&quot;height&quot;:407.60555728461804,&quot;left&quot;:248.64476988304324,&quot;top&quot;:73.52499389648438,&quot;width&quot;:645.04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280_4*l_h_i*1_3_1"/>
  <p:tag name="KSO_WM_TEMPLATE_CATEGORY" val="custom"/>
  <p:tag name="KSO_WM_TEMPLATE_INDEX" val="20230280"/>
  <p:tag name="KSO_WM_UNIT_LAYERLEVEL" val="1_1_1"/>
  <p:tag name="KSO_WM_TAG_VERSION" val="1.0"/>
  <p:tag name="KSO_WM_BEAUTIFY_FLAG" val="#wm#"/>
  <p:tag name="KSO_WM_DIAGRAM_GROUP_CODE" val="l1-1"/>
  <p:tag name="KSO_WM_DIAGRAM_VERSION" val="3"/>
  <p:tag name="KSO_WM_DIAGRAM_MAX_ITEMCNT" val="6"/>
  <p:tag name="KSO_WM_DIAGRAM_MIN_ITEMCNT" val="2"/>
  <p:tag name="KSO_WM_DIAGRAM_VIRTUALLY_FRAME" val="{&quot;height&quot;:407.60555728461804,&quot;left&quot;:248.64476988304324,&quot;top&quot;:73.52499389648438,&quot;width&quot;:645.0499877929688}"/>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5"/>
  <p:tag name="KSO_WM_UNIT_TEXT_FILL_TYPE" val="1"/>
  <p:tag name="KSO_WM_UNIT_USESOURCEFORMAT_APPLY" val="1"/>
</p:tagLst>
</file>

<file path=ppt/tags/tag17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280"/>
  <p:tag name="KSO_WM_UNIT_LAYERLEVEL" val="1_1_1"/>
  <p:tag name="KSO_WM_TAG_VERSION" val="1.0"/>
  <p:tag name="KSO_WM_BEAUTIFY_FLAG" val="#wm#"/>
  <p:tag name="KSO_WM_DIAGRAM_GROUP_CODE" val="l1-1"/>
  <p:tag name="KSO_WM_UNIT_VALUE" val="36"/>
  <p:tag name="KSO_WM_UNIT_TYPE" val="l_h_a"/>
  <p:tag name="KSO_WM_UNIT_ID" val="custom20230280_4*l_h_a*1_3_1"/>
  <p:tag name="KSO_WM_DIAGRAM_VERSION" val="3"/>
  <p:tag name="KSO_WM_UNIT_PRESET_TEXT" val="添加目录文本"/>
  <p:tag name="KSO_WM_DIAGRAM_MAX_ITEMCNT" val="6"/>
  <p:tag name="KSO_WM_DIAGRAM_MIN_ITEMCNT" val="2"/>
  <p:tag name="KSO_WM_DIAGRAM_VIRTUALLY_FRAME" val="{&quot;height&quot;:407.60555728461804,&quot;left&quot;:248.64476988304324,&quot;top&quot;:73.52499389648438,&quot;width&quot;:645.04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17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280"/>
  <p:tag name="KSO_WM_UNIT_LAYERLEVEL" val="1_1_1"/>
  <p:tag name="KSO_WM_TAG_VERSION" val="1.0"/>
  <p:tag name="KSO_WM_BEAUTIFY_FLAG" val="#wm#"/>
  <p:tag name="KSO_WM_DIAGRAM_GROUP_CODE" val="l1-1"/>
  <p:tag name="KSO_WM_UNIT_VALUE" val="36"/>
  <p:tag name="KSO_WM_UNIT_TYPE" val="l_h_a"/>
  <p:tag name="KSO_WM_UNIT_ID" val="custom20230280_4*l_h_a*1_4_1"/>
  <p:tag name="KSO_WM_DIAGRAM_VERSION" val="3"/>
  <p:tag name="KSO_WM_UNIT_PRESET_TEXT" val="添加目录文本"/>
  <p:tag name="KSO_WM_DIAGRAM_MAX_ITEMCNT" val="6"/>
  <p:tag name="KSO_WM_DIAGRAM_MIN_ITEMCNT" val="2"/>
  <p:tag name="KSO_WM_DIAGRAM_VIRTUALLY_FRAME" val="{&quot;height&quot;:407.60555728461804,&quot;left&quot;:248.64476988304324,&quot;top&quot;:73.52499389648438,&quot;width&quot;:645.04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280_4*l_h_i*1_4_1"/>
  <p:tag name="KSO_WM_TEMPLATE_CATEGORY" val="custom"/>
  <p:tag name="KSO_WM_TEMPLATE_INDEX" val="20230280"/>
  <p:tag name="KSO_WM_UNIT_LAYERLEVEL" val="1_1_1"/>
  <p:tag name="KSO_WM_TAG_VERSION" val="1.0"/>
  <p:tag name="KSO_WM_DIAGRAM_GROUP_CODE" val="l1-1"/>
  <p:tag name="KSO_WM_DIAGRAM_VERSION" val="3"/>
  <p:tag name="KSO_WM_DIAGRAM_MAX_ITEMCNT" val="6"/>
  <p:tag name="KSO_WM_DIAGRAM_MIN_ITEMCNT" val="2"/>
  <p:tag name="KSO_WM_DIAGRAM_VIRTUALLY_FRAME" val="{&quot;height&quot;:369.45001220703125,&quot;left&quot;:248.64476988304324,&quot;top&quot;:73.52499389648438,&quot;width&quot;:645.0499877929688}"/>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5"/>
  <p:tag name="KSO_WM_UNIT_TEXT_FILL_TYPE" val="1"/>
  <p:tag name="KSO_WM_UNIT_USESOURCEFORMAT_APPLY" val="1"/>
</p:tagLst>
</file>

<file path=ppt/tags/tag173.xml><?xml version="1.0" encoding="utf-8"?>
<p:tagLst xmlns:p="http://schemas.openxmlformats.org/presentationml/2006/main">
  <p:tag name="KSO_WM_SLIDE_ID" val="custom20230280_4"/>
  <p:tag name="KSO_WM_TEMPLATE_SUBCATEGORY" val="29"/>
  <p:tag name="KSO_WM_TEMPLATE_MASTER_TYPE" val="0"/>
  <p:tag name="KSO_WM_TEMPLATE_COLOR_TYPE" val="0"/>
  <p:tag name="KSO_WM_SLIDE_ITEM_CNT" val="4"/>
  <p:tag name="KSO_WM_SLIDE_INDEX" val="4"/>
  <p:tag name="KSO_WM_TAG_VERSION" val="1.0"/>
  <p:tag name="KSO_WM_BEAUTIFY_FLAG" val="#wm#"/>
  <p:tag name="KSO_WM_TEMPLATE_CATEGORY" val="custom"/>
  <p:tag name="KSO_WM_TEMPLATE_INDEX" val="20230280"/>
  <p:tag name="KSO_WM_SLIDE_TYPE" val="contents"/>
  <p:tag name="KSO_WM_SLIDE_SUBTYPE" val="diag"/>
  <p:tag name="KSO_WM_SLIDE_LAYOUT" val="a_l"/>
  <p:tag name="KSO_WM_SLIDE_LAYOUT_CNT" val="1_1"/>
  <p:tag name="KSO_WM_SPECIAL_SOURCE" val="bdnull"/>
  <p:tag name="KSO_WM_DIAGRAM_GROUP_CODE" val="l1-1"/>
  <p:tag name="KSO_WM_SLIDE_DIAGTYPE" val="l"/>
</p:tagLst>
</file>

<file path=ppt/tags/tag174.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1.0"/>
  <p:tag name="KSO_WM_BEAUTIFY_FLAG" val="#wm#"/>
  <p:tag name="KSO_WM_UNIT_CONTENT_GROUP_TYPE" val="contentchip"/>
</p:tagLst>
</file>

<file path=ppt/tags/tag175.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1.0"/>
  <p:tag name="KSO_WM_BEAUTIFY_FLAG" val="#wm#"/>
  <p:tag name="KSO_WM_UNIT_CONTENT_GROUP_TYPE" val="contentchip"/>
</p:tagLst>
</file>

<file path=ppt/tags/tag176.xml><?xml version="1.0" encoding="utf-8"?>
<p:tagLst xmlns:p="http://schemas.openxmlformats.org/presentationml/2006/main">
  <p:tag name="KSO_WM_BEAUTIFY_FLAG" val="#wm#"/>
  <p:tag name="KSO_WM_TEMPLATE_CATEGORY" val="custom"/>
  <p:tag name="KSO_WM_TEMPLATE_INDEX" val="20230280"/>
</p:tagLst>
</file>

<file path=ppt/tags/tag177.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1.0"/>
  <p:tag name="KSO_WM_BEAUTIFY_FLAG" val="#wm#"/>
  <p:tag name="KSO_WM_UNIT_CONTENT_GROUP_TYPE" val="titlestyle"/>
</p:tagLst>
</file>

<file path=ppt/tags/tag178.xml><?xml version="1.0" encoding="utf-8"?>
<p:tagLst xmlns:p="http://schemas.openxmlformats.org/presentationml/2006/main">
  <p:tag name="KSO_WM_BEAUTIFY_FLAG" val="#wm#"/>
  <p:tag name="KSO_WM_TEMPLATE_CATEGORY" val="custom"/>
  <p:tag name="KSO_WM_TEMPLATE_INDEX" val="20230280"/>
  <p:tag name="KSO_WM_SLIDE_TYPE" val="text"/>
  <p:tag name="KSO_WM_SLIDE_ID" val="custom20230280_8"/>
  <p:tag name="KSO_WM_TEMPLATE_SUBCATEGORY" val="29"/>
  <p:tag name="KSO_WM_TEMPLATE_MASTER_TYPE" val="0"/>
  <p:tag name="KSO_WM_TEMPLATE_COLOR_TYPE" val="0"/>
  <p:tag name="KSO_WM_SLIDE_ITEM_CNT" val="0"/>
  <p:tag name="KSO_WM_SLIDE_INDEX" val="8"/>
  <p:tag name="KSO_WM_TAG_VERSION" val="1.0"/>
  <p:tag name="KSO_WM_SLIDE_SUBTYPE" val="pureTxt"/>
  <p:tag name="KSO_WM_SLIDE_SIZE" val="863*465"/>
  <p:tag name="KSO_WM_SLIDE_POSITION" val="47*26"/>
  <p:tag name="KSO_WM_SLIDE_LAYOUT" val="a_f"/>
  <p:tag name="KSO_WM_SLIDE_LAYOUT_CNT" val="1_1"/>
  <p:tag name="KSO_WM_SPECIAL_SOURCE" val="bdnull"/>
  <p:tag name="KSO_WM_SLIDE_LAYOUT_NAME" val="标题和内容"/>
</p:tagLst>
</file>

<file path=ppt/tags/tag179.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1.0"/>
  <p:tag name="KSO_WM_BEAUTIFY_FLAG" val="#wm#"/>
  <p:tag name="KSO_WM_UNIT_CONTENT_GROUP_TYPE" val="contentchip"/>
</p:tagLst>
</file>

<file path=ppt/tags/tag180.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1.0"/>
  <p:tag name="KSO_WM_BEAUTIFY_FLAG" val="#wm#"/>
  <p:tag name="KSO_WM_UNIT_CONTENT_GROUP_TYPE" val="contentchip"/>
</p:tagLst>
</file>

<file path=ppt/tags/tag181.xml><?xml version="1.0" encoding="utf-8"?>
<p:tagLst xmlns:p="http://schemas.openxmlformats.org/presentationml/2006/main">
  <p:tag name="KSO_WM_BEAUTIFY_FLAG" val="#wm#"/>
  <p:tag name="KSO_WM_TEMPLATE_CATEGORY" val="custom"/>
  <p:tag name="KSO_WM_TEMPLATE_INDEX" val="20230280"/>
</p:tagLst>
</file>

<file path=ppt/tags/tag18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1.0"/>
  <p:tag name="KSO_WM_BEAUTIFY_FLAG" val="#wm#"/>
  <p:tag name="KSO_WM_UNIT_PRESET_TEXT" val="单击此处编辑母版文本样式&#10;第二级&#10;第三级&#10;第四级&#10;第五级"/>
</p:tagLst>
</file>

<file path=ppt/tags/tag1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1.0"/>
  <p:tag name="KSO_WM_BEAUTIFY_FLAG" val="#wm#"/>
  <p:tag name="KSO_WM_UNIT_PRESET_TEXT" val="单击此处编辑母版文本样式&#10;第二级&#10;第三级&#10;第四级&#10;第五级"/>
</p:tagLst>
</file>

<file path=ppt/tags/tag18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1.0"/>
  <p:tag name="KSO_WM_BEAUTIFY_FLAG" val="#wm#"/>
  <p:tag name="KSO_WM_UNIT_CONTENT_GROUP_TYPE" val="titlestyle"/>
  <p:tag name="KSO_WM_UNIT_PRESET_TEXT" val="单击添加文档标题"/>
</p:tagLst>
</file>

<file path=ppt/tags/tag185.xml><?xml version="1.0" encoding="utf-8"?>
<p:tagLst xmlns:p="http://schemas.openxmlformats.org/presentationml/2006/main">
  <p:tag name="KSO_WM_BEAUTIFY_FLAG" val="#wm#"/>
  <p:tag name="KSO_WM_TEMPLATE_CATEGORY" val="custom"/>
  <p:tag name="KSO_WM_TEMPLATE_INDEX" val="20230280"/>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a*1"/>
  <p:tag name="KSO_WM_TEMPLATE_CATEGORY" val="diagram"/>
  <p:tag name="KSO_WM_TEMPLATE_INDEX" val="20230939"/>
  <p:tag name="KSO_WM_UNIT_LAYERLEVEL" val="1"/>
  <p:tag name="KSO_WM_TAG_VERSION" val="3.0"/>
  <p:tag name="KSO_WM_BEAUTIFY_FLAG" val="#wm#"/>
  <p:tag name="KSO_WM_UNIT_ISCONTENTSTITLE" val="0"/>
  <p:tag name="KSO_WM_UNIT_ISNUMDGMTITLE" val="0"/>
  <p:tag name="KSO_WM_UNIT_NOCLEAR" val="0"/>
  <p:tag name="KSO_WM_UNIT_VALUE" val="30"/>
  <p:tag name="KSO_WM_UNIT_TYPE" val="a"/>
  <p:tag name="KSO_WM_UNIT_INDEX" val="1"/>
  <p:tag name="KSO_WM_UNIT_TEXT_TYPE" val="1"/>
  <p:tag name="KSO_WM_UNIT_PRESET_TEXT" val="单击此处添加标题"/>
  <p:tag name="KSO_WM_UNIT_TEXT_FILL_FORE_SCHEMECOLOR_INDEX" val="13"/>
  <p:tag name="KSO_WM_UNIT_TEXT_FILL_TYPE" val="1"/>
  <p:tag name="KSO_WM_UNIT_USESOURCEFORMAT_APPLY" val="0"/>
</p:tagLst>
</file>

<file path=ppt/tags/tag18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30939_5*m_h_f*1_3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5"/>
  <p:tag name="KSO_WM_UNIT_TEXT_TYPE" val="1"/>
  <p:tag name="KSO_WM_UNIT_TEXT_LAYER_COUNT" val="1"/>
  <p:tag name="KSO_WM_BEAUTIFY_FLAG" val="#wm#"/>
  <p:tag name="KSO_WM_UNIT_PRESET_TEXT" val="请输入你的智能图形项正文"/>
  <p:tag name="KSO_WM_UNIT_TEXT_FILL_FORE_SCHEMECOLOR_INDEX" val="1"/>
  <p:tag name="KSO_WM_UNIT_TEXT_FILL_TYPE" val="1"/>
  <p:tag name="KSO_WM_UNIT_USESOURCEFORMAT_APPLY" val="0"/>
</p:tagLst>
</file>

<file path=ppt/tags/tag18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30939_5*m_h_f*1_4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5"/>
  <p:tag name="KSO_WM_UNIT_TEXT_TYPE" val="1"/>
  <p:tag name="KSO_WM_UNIT_TEXT_LAYER_COUNT" val="1"/>
  <p:tag name="KSO_WM_BEAUTIFY_FLAG" val="#wm#"/>
  <p:tag name="KSO_WM_UNIT_PRESET_TEXT" val="文字是您思想的提炼，请言简意赅的阐述观点"/>
  <p:tag name="KSO_WM_UNIT_TEXT_FILL_FORE_SCHEMECOLOR_INDEX" val="1"/>
  <p:tag name="KSO_WM_UNIT_TEXT_FILL_TYPE" val="1"/>
  <p:tag name="KSO_WM_UNIT_USESOURCEFORMAT_APPLY" val="0"/>
</p:tagLst>
</file>

<file path=ppt/tags/tag18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30939_5*m_h_f*1_1_1"/>
  <p:tag name="KSO_WM_TEMPLATE_CATEGORY" val="diagram"/>
  <p:tag name="KSO_WM_TEMPLATE_INDEX" val="20230939"/>
  <p:tag name="KSO_WM_UNIT_LAYERLEVEL" val="1_1_1"/>
  <p:tag name="KSO_WM_TAG_VERSION" val="3.0"/>
  <p:tag name="KSO_WM_UNIT_VALUE" val="60"/>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输入你的智能图形项正文"/>
  <p:tag name="KSO_WM_UNIT_TEXT_FILL_FORE_SCHEMECOLOR_INDEX" val="1"/>
  <p:tag name="KSO_WM_UNIT_TEXT_FILL_TYPE" val="1"/>
  <p:tag name="KSO_WM_UNIT_USESOURCEFORMAT_APPLY" val="0"/>
</p:tagLst>
</file>

<file path=ppt/tags/tag19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30939_5*m_h_f*1_2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5"/>
  <p:tag name="KSO_WM_UNIT_TEXT_TYPE" val="1"/>
  <p:tag name="KSO_WM_UNIT_TEXT_LAYER_COUNT" val="1"/>
  <p:tag name="KSO_WM_BEAUTIFY_FLAG" val="#wm#"/>
  <p:tag name="KSO_WM_UNIT_PRESET_TEXT" val="文字是您思想的提炼，请言简意赅的阐述观点"/>
  <p:tag name="KSO_WM_UNIT_TEXT_FILL_FORE_SCHEMECOLOR_INDEX" val="1"/>
  <p:tag name="KSO_WM_UNIT_TEXT_FILL_TYPE" val="1"/>
  <p:tag name="KSO_WM_UNIT_USESOURCEFORMAT_APPLY" val="0"/>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3_2"/>
  <p:tag name="KSO_WM_TEMPLATE_CATEGORY" val="diagram"/>
  <p:tag name="KSO_WM_TEMPLATE_INDEX" val="20230939"/>
  <p:tag name="KSO_WM_UNIT_LAYERLEVEL" val="1_1_1"/>
  <p:tag name="KSO_WM_TAG_VERSION" val="3.0"/>
  <p:tag name="KSO_WM_UNIT_TYPE" val="m_h_i"/>
  <p:tag name="KSO_WM_UNIT_INDEX" val="1_3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7,&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7"/>
  <p:tag name="KSO_WM_UNIT_FILL_FORE_SCHEMECOLOR_INDEX_BRIGHTNESS" val="0"/>
  <p:tag name="KSO_WM_UNIT_TEXT_FILL_FORE_SCHEMECOLOR_INDEX" val="2"/>
  <p:tag name="KSO_WM_UNIT_TEXT_FILL_TYPE" val="1"/>
  <p:tag name="KSO_WM_UNIT_USESOURCEFORMAT_APPLY" val="0"/>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a*1_3_2"/>
  <p:tag name="KSO_WM_TEMPLATE_CATEGORY" val="diagram"/>
  <p:tag name="KSO_WM_TEMPLATE_INDEX" val="20230939"/>
  <p:tag name="KSO_WM_UNIT_LAYERLEVEL" val="1_1_1"/>
  <p:tag name="KSO_WM_TAG_VERSION" val="3.0"/>
  <p:tag name="KSO_WM_UNIT_ISCONTENTSTITLE" val="0"/>
  <p:tag name="KSO_WM_UNIT_ISNUMDGMTITLE" val="0"/>
  <p:tag name="KSO_WM_UNIT_NOCLEAR" val="0"/>
  <p:tag name="KSO_WM_UNIT_TYPE" val="m_h_a"/>
  <p:tag name="KSO_WM_UNIT_INDEX" val="1_3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7,&quot;transparency&quot;:0},&quot;type&quot;:1},&quot;glow&quot;:{&quot;colorType&quot;:0},&quot;line&quot;:{&quot;type&quot;:0},&quot;shadow&quot;:{&quot;brightness&quot;:0.800000011920929,&quot;colorType&quot;:1,&quot;foreColorIndex&quot;:7,&quot;transparency&quot;:0.400000005960464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24"/>
  <p:tag name="KSO_WM_UNIT_PRESET_TEXT" val="添加标题"/>
  <p:tag name="KSO_WM_UNIT_FILL_TYPE" val="1"/>
  <p:tag name="KSO_WM_UNIT_FILL_FORE_SCHEMECOLOR_INDEX" val="7"/>
  <p:tag name="KSO_WM_UNIT_FILL_FORE_SCHEMECOLOR_INDEX_BRIGHTNESS" val="0"/>
  <p:tag name="KSO_WM_UNIT_TEXT_TYPE" val="1"/>
  <p:tag name="KSO_WM_UNIT_SHADOW_SCHEMECOLOR_INDEX" val="7"/>
  <p:tag name="KSO_WM_UNIT_USESOURCEFORMAT_APPLY" val="0"/>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3_1"/>
  <p:tag name="KSO_WM_TEMPLATE_CATEGORY" val="diagram"/>
  <p:tag name="KSO_WM_TEMPLATE_INDEX" val="20230939"/>
  <p:tag name="KSO_WM_UNIT_LAYERLEVEL" val="1_1_1"/>
  <p:tag name="KSO_WM_TAG_VERSION" val="3.0"/>
  <p:tag name="KSO_WM_UNIT_TYPE" val="m_h_i"/>
  <p:tag name="KSO_WM_UNIT_INDEX" val="1_3_1"/>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gradient&quot;:[{&quot;brightness&quot;:0,&quot;colorType&quot;:2,&quot;pos&quot;:0,&quot;rgb&quot;:&quot;#ffffff&quot;,&quot;transparency&quot;:0.550000011920929},{&quot;brightness&quot;:0,&quot;colorType&quot;:2,&quot;pos&quot;:1,&quot;rgb&quot;:&quot;#ffffff&quot;,&quot;transparency&quot;:0.550000011920929},{&quot;brightness&quot;:0,&quot;colorType&quot;:2,&quot;pos&quot;:0.75,&quot;rgb&quot;:&quot;#ffffff&quot;,&quot;transparency&quot;:1},{&quot;brightness&quot;:0,&quot;colorType&quot;:2,&quot;pos&quot;:0.25,&quot;rgb&quot;:&quot;#ffffff&quot;,&quot;transparency&quot;:1}],&quot;type&quot;:2},&quot;shadow&quot;:{&quot;brightness&quot;:-0.25,&quot;colorType&quot;:1,&quot;foreColorIndex&quot;:7,&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SHADOW_SCHEMECOLOR_INDEX" val="7"/>
  <p:tag name="KSO_WM_UNIT_TEXT_FILL_FORE_SCHEMECOLOR_INDEX" val="2"/>
  <p:tag name="KSO_WM_UNIT_TEXT_FILL_TYPE" val="1"/>
  <p:tag name="KSO_WM_UNIT_USESOURCEFORMAT_APPLY" val="0"/>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3_3"/>
  <p:tag name="KSO_WM_TEMPLATE_CATEGORY" val="diagram"/>
  <p:tag name="KSO_WM_TEMPLATE_INDEX" val="20230939"/>
  <p:tag name="KSO_WM_UNIT_LAYERLEVEL" val="1_1_1"/>
  <p:tag name="KSO_WM_TAG_VERSION" val="3.0"/>
  <p:tag name="KSO_WM_UNIT_TYPE" val="m_h_i"/>
  <p:tag name="KSO_WM_UNIT_INDEX" val="1_3_3"/>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solidLine&quot;:{&quot;brightness&quot;:0,&quot;colorType&quot;:1,&quot;foreColorIndex&quot;:7,&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7"/>
  <p:tag name="KSO_WM_UNIT_LINE_FILL_TYPE" val="2"/>
  <p:tag name="KSO_WM_UNIT_TEXT_FILL_FORE_SCHEMECOLOR_INDEX" val="13"/>
  <p:tag name="KSO_WM_UNIT_TEXT_FILL_TYPE" val="1"/>
  <p:tag name="KSO_WM_UNIT_USESOURCEFORMAT_APPLY" val="0"/>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4_2"/>
  <p:tag name="KSO_WM_TEMPLATE_CATEGORY" val="diagram"/>
  <p:tag name="KSO_WM_TEMPLATE_INDEX" val="20230939"/>
  <p:tag name="KSO_WM_UNIT_LAYERLEVEL" val="1_1_1"/>
  <p:tag name="KSO_WM_TAG_VERSION" val="3.0"/>
  <p:tag name="KSO_WM_UNIT_TYPE" val="m_h_i"/>
  <p:tag name="KSO_WM_UNIT_INDEX" val="1_4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8,&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TEXT_FILL_FORE_SCHEMECOLOR_INDEX" val="2"/>
  <p:tag name="KSO_WM_UNIT_TEXT_FILL_TYPE" val="1"/>
  <p:tag name="KSO_WM_UNIT_USESOURCEFORMAT_APPLY" val="0"/>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a*1_4_2"/>
  <p:tag name="KSO_WM_TEMPLATE_CATEGORY" val="diagram"/>
  <p:tag name="KSO_WM_TEMPLATE_INDEX" val="20230939"/>
  <p:tag name="KSO_WM_UNIT_LAYERLEVEL" val="1_1_1"/>
  <p:tag name="KSO_WM_TAG_VERSION" val="3.0"/>
  <p:tag name="KSO_WM_UNIT_ISCONTENTSTITLE" val="0"/>
  <p:tag name="KSO_WM_UNIT_ISNUMDGMTITLE" val="0"/>
  <p:tag name="KSO_WM_UNIT_NOCLEAR" val="0"/>
  <p:tag name="KSO_WM_UNIT_TYPE" val="m_h_a"/>
  <p:tag name="KSO_WM_UNIT_INDEX" val="1_4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8,&quot;transparency&quot;:0},&quot;type&quot;:1},&quot;glow&quot;:{&quot;colorType&quot;:0},&quot;line&quot;:{&quot;type&quot;:0},&quot;shadow&quot;:{&quot;brightness&quot;:0.800000011920929,&quot;colorType&quot;:1,&quot;foreColorIndex&quot;:8,&quot;transparency&quot;:0.400000005960464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24"/>
  <p:tag name="KSO_WM_UNIT_PRESET_TEXT" val="添加标题"/>
  <p:tag name="KSO_WM_UNIT_FILL_TYPE" val="1"/>
  <p:tag name="KSO_WM_UNIT_FILL_FORE_SCHEMECOLOR_INDEX" val="8"/>
  <p:tag name="KSO_WM_UNIT_FILL_FORE_SCHEMECOLOR_INDEX_BRIGHTNESS" val="0"/>
  <p:tag name="KSO_WM_UNIT_TEXT_TYPE" val="1"/>
  <p:tag name="KSO_WM_UNIT_SHADOW_SCHEMECOLOR_INDEX" val="8"/>
  <p:tag name="KSO_WM_UNIT_USESOURCEFORMAT_APPLY" val="0"/>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4_1"/>
  <p:tag name="KSO_WM_TEMPLATE_CATEGORY" val="diagram"/>
  <p:tag name="KSO_WM_TEMPLATE_INDEX" val="20230939"/>
  <p:tag name="KSO_WM_UNIT_LAYERLEVEL" val="1_1_1"/>
  <p:tag name="KSO_WM_TAG_VERSION" val="3.0"/>
  <p:tag name="KSO_WM_UNIT_TYPE" val="m_h_i"/>
  <p:tag name="KSO_WM_UNIT_INDEX" val="1_4_1"/>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gradient&quot;:[{&quot;brightness&quot;:0,&quot;colorType&quot;:2,&quot;pos&quot;:0,&quot;rgb&quot;:&quot;#ffffff&quot;,&quot;transparency&quot;:0.550000011920929},{&quot;brightness&quot;:0,&quot;colorType&quot;:2,&quot;pos&quot;:1,&quot;rgb&quot;:&quot;#ffffff&quot;,&quot;transparency&quot;:0.550000011920929},{&quot;brightness&quot;:0,&quot;colorType&quot;:2,&quot;pos&quot;:0.75,&quot;rgb&quot;:&quot;#ffffff&quot;,&quot;transparency&quot;:1},{&quot;brightness&quot;:0,&quot;colorType&quot;:2,&quot;pos&quot;:0.25,&quot;rgb&quot;:&quot;#ffffff&quot;,&quot;transparency&quot;:1}],&quot;type&quot;:2},&quot;shadow&quot;:{&quot;brightness&quot;:-0.25,&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SHADOW_SCHEMECOLOR_INDEX" val="8"/>
  <p:tag name="KSO_WM_UNIT_TEXT_FILL_FORE_SCHEMECOLOR_INDEX" val="2"/>
  <p:tag name="KSO_WM_UNIT_TEXT_FILL_TYPE" val="1"/>
  <p:tag name="KSO_WM_UNIT_USESOURCEFORMAT_APPLY" val="0"/>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4_3"/>
  <p:tag name="KSO_WM_TEMPLATE_CATEGORY" val="diagram"/>
  <p:tag name="KSO_WM_TEMPLATE_INDEX" val="20230939"/>
  <p:tag name="KSO_WM_UNIT_LAYERLEVEL" val="1_1_1"/>
  <p:tag name="KSO_WM_TAG_VERSION" val="3.0"/>
  <p:tag name="KSO_WM_UNIT_TYPE" val="m_h_i"/>
  <p:tag name="KSO_WM_UNIT_INDEX" val="1_4_3"/>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solidLine&quot;:{&quot;brightness&quot;:0,&quot;colorType&quot;:1,&quot;foreColorIndex&quot;:8,&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8"/>
  <p:tag name="KSO_WM_UNIT_LINE_FILL_TYPE" val="2"/>
  <p:tag name="KSO_WM_UNIT_TEXT_FILL_FORE_SCHEMECOLOR_INDEX" val="13"/>
  <p:tag name="KSO_WM_UNIT_TEXT_FILL_TYPE" val="1"/>
  <p:tag name="KSO_WM_UNIT_USESOURCEFORMAT_APPLY" val="0"/>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1_2"/>
  <p:tag name="KSO_WM_TEMPLATE_CATEGORY" val="diagram"/>
  <p:tag name="KSO_WM_TEMPLATE_INDEX" val="20230939"/>
  <p:tag name="KSO_WM_UNIT_LAYERLEVEL" val="1_1_1"/>
  <p:tag name="KSO_WM_TAG_VERSION" val="3.0"/>
  <p:tag name="KSO_WM_UNIT_TYPE" val="m_h_i"/>
  <p:tag name="KSO_WM_UNIT_INDEX" val="1_1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a*1_1_2"/>
  <p:tag name="KSO_WM_TEMPLATE_CATEGORY" val="diagram"/>
  <p:tag name="KSO_WM_TEMPLATE_INDEX" val="20230939"/>
  <p:tag name="KSO_WM_UNIT_LAYERLEVEL" val="1_1_1"/>
  <p:tag name="KSO_WM_TAG_VERSION" val="3.0"/>
  <p:tag name="KSO_WM_UNIT_ISCONTENTSTITLE" val="0"/>
  <p:tag name="KSO_WM_UNIT_ISNUMDGMTITLE" val="0"/>
  <p:tag name="KSO_WM_UNIT_NOCLEAR" val="0"/>
  <p:tag name="KSO_WM_UNIT_TYPE" val="m_h_a"/>
  <p:tag name="KSO_WM_UNIT_INDEX" val="1_1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5,&quot;transparency&quot;:0},&quot;type&quot;:1},&quot;glow&quot;:{&quot;colorType&quot;:0},&quot;line&quot;:{&quot;type&quot;:0},&quot;shadow&quot;:{&quot;brightness&quot;:0.800000011920929,&quot;colorType&quot;:1,&quot;foreColorIndex&quot;:5,&quot;transparency&quot;:0.400000005960464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24"/>
  <p:tag name="KSO_WM_UNIT_PRESET_TEXT" val="添加标题"/>
  <p:tag name="KSO_WM_UNIT_FILL_TYPE" val="1"/>
  <p:tag name="KSO_WM_UNIT_FILL_FORE_SCHEMECOLOR_INDEX" val="5"/>
  <p:tag name="KSO_WM_UNIT_FILL_FORE_SCHEMECOLOR_INDEX_BRIGHTNESS" val="0"/>
  <p:tag name="KSO_WM_UNIT_TEXT_TYPE" val="1"/>
  <p:tag name="KSO_WM_UNIT_SHADOW_SCHEMECOLOR_INDEX" val="5"/>
  <p:tag name="KSO_WM_UNIT_USESOURCEFORMAT_APPLY" val="0"/>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1_1"/>
  <p:tag name="KSO_WM_TEMPLATE_CATEGORY" val="diagram"/>
  <p:tag name="KSO_WM_TEMPLATE_INDEX" val="20230939"/>
  <p:tag name="KSO_WM_UNIT_LAYERLEVEL" val="1_1_1"/>
  <p:tag name="KSO_WM_TAG_VERSION" val="3.0"/>
  <p:tag name="KSO_WM_UNIT_TYPE" val="m_h_i"/>
  <p:tag name="KSO_WM_UNIT_INDEX" val="1_1_1"/>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gradient&quot;:[{&quot;brightness&quot;:0,&quot;colorType&quot;:2,&quot;pos&quot;:0,&quot;rgb&quot;:&quot;#ffffff&quot;,&quot;transparency&quot;:0.550000011920929},{&quot;brightness&quot;:0,&quot;colorType&quot;:2,&quot;pos&quot;:1,&quot;rgb&quot;:&quot;#ffffff&quot;,&quot;transparency&quot;:0.550000011920929},{&quot;brightness&quot;:0,&quot;colorType&quot;:2,&quot;pos&quot;:0.75,&quot;rgb&quot;:&quot;#ffffff&quot;,&quot;transparency&quot;:1},{&quot;brightness&quot;:0,&quot;colorType&quot;:2,&quot;pos&quot;:0.25,&quot;rgb&quot;:&quot;#ffffff&quot;,&quot;transparency&quot;:1}],&quot;type&quot;:2},&quot;shadow&quot;:{&quot;brightness&quot;:-0.25,&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SHADOW_SCHEMECOLOR_INDEX" val="5"/>
  <p:tag name="KSO_WM_UNIT_TEXT_FILL_FORE_SCHEMECOLOR_INDEX" val="2"/>
  <p:tag name="KSO_WM_UNIT_TEXT_FILL_TYPE" val="1"/>
  <p:tag name="KSO_WM_UNIT_USESOURCEFORMAT_APPLY" val="0"/>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1_3"/>
  <p:tag name="KSO_WM_TEMPLATE_CATEGORY" val="diagram"/>
  <p:tag name="KSO_WM_TEMPLATE_INDEX" val="20230939"/>
  <p:tag name="KSO_WM_UNIT_LAYERLEVEL" val="1_1_1"/>
  <p:tag name="KSO_WM_TAG_VERSION" val="3.0"/>
  <p:tag name="KSO_WM_UNIT_TYPE" val="m_h_i"/>
  <p:tag name="KSO_WM_UNIT_INDEX" val="1_1_3"/>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0"/>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2_2"/>
  <p:tag name="KSO_WM_TEMPLATE_CATEGORY" val="diagram"/>
  <p:tag name="KSO_WM_TEMPLATE_INDEX" val="20230939"/>
  <p:tag name="KSO_WM_UNIT_LAYERLEVEL" val="1_1_1"/>
  <p:tag name="KSO_WM_TAG_VERSION" val="3.0"/>
  <p:tag name="KSO_WM_UNIT_TYPE" val="m_h_i"/>
  <p:tag name="KSO_WM_UNIT_INDEX" val="1_2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6,&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6"/>
  <p:tag name="KSO_WM_UNIT_FILL_FORE_SCHEMECOLOR_INDEX_BRIGHTNESS" val="0"/>
  <p:tag name="KSO_WM_UNIT_TEXT_FILL_FORE_SCHEMECOLOR_INDEX" val="2"/>
  <p:tag name="KSO_WM_UNIT_TEXT_FILL_TYPE" val="1"/>
  <p:tag name="KSO_WM_UNIT_USESOURCEFORMAT_APPLY" val="0"/>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a*1_2_2"/>
  <p:tag name="KSO_WM_TEMPLATE_CATEGORY" val="diagram"/>
  <p:tag name="KSO_WM_TEMPLATE_INDEX" val="20230939"/>
  <p:tag name="KSO_WM_UNIT_LAYERLEVEL" val="1_1_1"/>
  <p:tag name="KSO_WM_TAG_VERSION" val="3.0"/>
  <p:tag name="KSO_WM_UNIT_ISCONTENTSTITLE" val="0"/>
  <p:tag name="KSO_WM_UNIT_ISNUMDGMTITLE" val="0"/>
  <p:tag name="KSO_WM_UNIT_NOCLEAR" val="0"/>
  <p:tag name="KSO_WM_UNIT_TYPE" val="m_h_a"/>
  <p:tag name="KSO_WM_UNIT_INDEX" val="1_2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6,&quot;transparency&quot;:0},&quot;type&quot;:1},&quot;glow&quot;:{&quot;colorType&quot;:0},&quot;line&quot;:{&quot;type&quot;:0},&quot;shadow&quot;:{&quot;brightness&quot;:0.800000011920929,&quot;colorType&quot;:1,&quot;foreColorIndex&quot;:6,&quot;transparency&quot;:0.400000005960464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24"/>
  <p:tag name="KSO_WM_UNIT_PRESET_TEXT" val="添加标题"/>
  <p:tag name="KSO_WM_UNIT_FILL_TYPE" val="1"/>
  <p:tag name="KSO_WM_UNIT_FILL_FORE_SCHEMECOLOR_INDEX" val="6"/>
  <p:tag name="KSO_WM_UNIT_FILL_FORE_SCHEMECOLOR_INDEX_BRIGHTNESS" val="0"/>
  <p:tag name="KSO_WM_UNIT_TEXT_TYPE" val="1"/>
  <p:tag name="KSO_WM_UNIT_SHADOW_SCHEMECOLOR_INDEX" val="6"/>
  <p:tag name="KSO_WM_UNIT_USESOURCEFORMAT_APPLY" val="0"/>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2_1"/>
  <p:tag name="KSO_WM_TEMPLATE_CATEGORY" val="diagram"/>
  <p:tag name="KSO_WM_TEMPLATE_INDEX" val="20230939"/>
  <p:tag name="KSO_WM_UNIT_LAYERLEVEL" val="1_1_1"/>
  <p:tag name="KSO_WM_TAG_VERSION" val="3.0"/>
  <p:tag name="KSO_WM_UNIT_TYPE" val="m_h_i"/>
  <p:tag name="KSO_WM_UNIT_INDEX" val="1_2_1"/>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gradient&quot;:[{&quot;brightness&quot;:0,&quot;colorType&quot;:2,&quot;pos&quot;:0,&quot;rgb&quot;:&quot;#ffffff&quot;,&quot;transparency&quot;:0.550000011920929},{&quot;brightness&quot;:0,&quot;colorType&quot;:2,&quot;pos&quot;:1,&quot;rgb&quot;:&quot;#ffffff&quot;,&quot;transparency&quot;:0.550000011920929},{&quot;brightness&quot;:0,&quot;colorType&quot;:2,&quot;pos&quot;:0.75,&quot;rgb&quot;:&quot;#ffffff&quot;,&quot;transparency&quot;:1},{&quot;brightness&quot;:0,&quot;colorType&quot;:2,&quot;pos&quot;:0.25,&quot;rgb&quot;:&quot;#ffffff&quot;,&quot;transparency&quot;:1}],&quot;type&quot;:2},&quot;shadow&quot;:{&quot;brightness&quot;:-0.25,&quot;colorType&quot;:1,&quot;foreColorIndex&quot;:6,&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SHADOW_SCHEMECOLOR_INDEX" val="6"/>
  <p:tag name="KSO_WM_UNIT_TEXT_FILL_FORE_SCHEMECOLOR_INDEX" val="2"/>
  <p:tag name="KSO_WM_UNIT_TEXT_FILL_TYPE" val="1"/>
  <p:tag name="KSO_WM_UNIT_USESOURCEFORMAT_APPLY" val="0"/>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2_3"/>
  <p:tag name="KSO_WM_TEMPLATE_CATEGORY" val="diagram"/>
  <p:tag name="KSO_WM_TEMPLATE_INDEX" val="20230939"/>
  <p:tag name="KSO_WM_UNIT_LAYERLEVEL" val="1_1_1"/>
  <p:tag name="KSO_WM_TAG_VERSION" val="3.0"/>
  <p:tag name="KSO_WM_UNIT_TYPE" val="m_h_i"/>
  <p:tag name="KSO_WM_UNIT_INDEX" val="1_2_3"/>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solidLine&quot;:{&quot;brightness&quot;:0,&quot;colorType&quot;:1,&quot;foreColorIndex&quot;:6,&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0"/>
</p:tagLst>
</file>

<file path=ppt/tags/tag20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5_1"/>
  <p:tag name="KSO_WM_UNIT_ID" val="diagram20230939_5*m_h_f*1_5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5"/>
  <p:tag name="KSO_WM_UNIT_TEXT_TYPE" val="1"/>
  <p:tag name="KSO_WM_UNIT_TEXT_LAYER_COUNT" val="1"/>
  <p:tag name="KSO_WM_BEAUTIFY_FLAG" val="#wm#"/>
  <p:tag name="KSO_WM_UNIT_PRESET_TEXT" val="请输入你的智能图形项正文"/>
  <p:tag name="KSO_WM_UNIT_TEXT_FILL_FORE_SCHEMECOLOR_INDEX" val="1"/>
  <p:tag name="KSO_WM_UNIT_TEXT_FILL_TYPE" val="1"/>
  <p:tag name="KSO_WM_UNIT_USESOURCEFORMAT_APPLY" val="0"/>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5_2"/>
  <p:tag name="KSO_WM_TEMPLATE_CATEGORY" val="diagram"/>
  <p:tag name="KSO_WM_TEMPLATE_INDEX" val="20230939"/>
  <p:tag name="KSO_WM_UNIT_LAYERLEVEL" val="1_1_1"/>
  <p:tag name="KSO_WM_TAG_VERSION" val="3.0"/>
  <p:tag name="KSO_WM_UNIT_TYPE" val="m_h_i"/>
  <p:tag name="KSO_WM_UNIT_INDEX" val="1_5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9,&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9"/>
  <p:tag name="KSO_WM_UNIT_FILL_FORE_SCHEMECOLOR_INDEX_BRIGHTNESS" val="0"/>
  <p:tag name="KSO_WM_UNIT_TEXT_FILL_FORE_SCHEMECOLOR_INDEX" val="2"/>
  <p:tag name="KSO_WM_UNIT_TEXT_FILL_TYPE" val="1"/>
  <p:tag name="KSO_WM_UNIT_USESOURCEFORMAT_APPLY" val="0"/>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a*1_5_2"/>
  <p:tag name="KSO_WM_TEMPLATE_CATEGORY" val="diagram"/>
  <p:tag name="KSO_WM_TEMPLATE_INDEX" val="20230939"/>
  <p:tag name="KSO_WM_UNIT_LAYERLEVEL" val="1_1_1"/>
  <p:tag name="KSO_WM_TAG_VERSION" val="3.0"/>
  <p:tag name="KSO_WM_UNIT_ISCONTENTSTITLE" val="0"/>
  <p:tag name="KSO_WM_UNIT_ISNUMDGMTITLE" val="0"/>
  <p:tag name="KSO_WM_UNIT_NOCLEAR" val="0"/>
  <p:tag name="KSO_WM_UNIT_TYPE" val="m_h_a"/>
  <p:tag name="KSO_WM_UNIT_INDEX" val="1_5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9,&quot;transparency&quot;:0},&quot;type&quot;:1},&quot;glow&quot;:{&quot;colorType&quot;:0},&quot;line&quot;:{&quot;type&quot;:0},&quot;shadow&quot;:{&quot;brightness&quot;:0.800000011920929,&quot;colorType&quot;:1,&quot;foreColorIndex&quot;:5,&quot;transparency&quot;:0.400000005960464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24"/>
  <p:tag name="KSO_WM_UNIT_PRESET_TEXT" val="添加标题"/>
  <p:tag name="KSO_WM_UNIT_FILL_TYPE" val="1"/>
  <p:tag name="KSO_WM_UNIT_FILL_FORE_SCHEMECOLOR_INDEX" val="9"/>
  <p:tag name="KSO_WM_UNIT_FILL_FORE_SCHEMECOLOR_INDEX_BRIGHTNESS" val="0"/>
  <p:tag name="KSO_WM_UNIT_TEXT_TYPE" val="1"/>
  <p:tag name="KSO_WM_UNIT_SHADOW_SCHEMECOLOR_INDEX" val="5"/>
  <p:tag name="KSO_WM_UNIT_USESOURCEFORMAT_APPLY" val="0"/>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5_1"/>
  <p:tag name="KSO_WM_TEMPLATE_CATEGORY" val="diagram"/>
  <p:tag name="KSO_WM_TEMPLATE_INDEX" val="20230939"/>
  <p:tag name="KSO_WM_UNIT_LAYERLEVEL" val="1_1_1"/>
  <p:tag name="KSO_WM_TAG_VERSION" val="3.0"/>
  <p:tag name="KSO_WM_UNIT_TYPE" val="m_h_i"/>
  <p:tag name="KSO_WM_UNIT_INDEX" val="1_5_1"/>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gradient&quot;:[{&quot;brightness&quot;:0,&quot;colorType&quot;:2,&quot;pos&quot;:0,&quot;rgb&quot;:&quot;#ffffff&quot;,&quot;transparency&quot;:0.550000011920929},{&quot;brightness&quot;:0,&quot;colorType&quot;:2,&quot;pos&quot;:1,&quot;rgb&quot;:&quot;#ffffff&quot;,&quot;transparency&quot;:0.550000011920929},{&quot;brightness&quot;:0,&quot;colorType&quot;:2,&quot;pos&quot;:0.75,&quot;rgb&quot;:&quot;#ffffff&quot;,&quot;transparency&quot;:1},{&quot;brightness&quot;:0,&quot;colorType&quot;:2,&quot;pos&quot;:0.25,&quot;rgb&quot;:&quot;#ffffff&quot;,&quot;transparency&quot;:1}],&quot;type&quot;:2},&quot;shadow&quot;:{&quot;brightness&quot;:-0.25,&quot;colorType&quot;:1,&quot;foreColorIndex&quot;:9,&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SHADOW_SCHEMECOLOR_INDEX" val="9"/>
  <p:tag name="KSO_WM_UNIT_TEXT_FILL_FORE_SCHEMECOLOR_INDEX" val="2"/>
  <p:tag name="KSO_WM_UNIT_TEXT_FILL_TYPE" val="1"/>
  <p:tag name="KSO_WM_UNIT_USESOURCEFORMAT_APPLY" val="0"/>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5_3"/>
  <p:tag name="KSO_WM_TEMPLATE_CATEGORY" val="diagram"/>
  <p:tag name="KSO_WM_TEMPLATE_INDEX" val="20230939"/>
  <p:tag name="KSO_WM_UNIT_LAYERLEVEL" val="1_1_1"/>
  <p:tag name="KSO_WM_TAG_VERSION" val="3.0"/>
  <p:tag name="KSO_WM_UNIT_TYPE" val="m_h_i"/>
  <p:tag name="KSO_WM_UNIT_INDEX" val="1_5_3"/>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solidLine&quot;:{&quot;brightness&quot;:0,&quot;colorType&quot;:1,&quot;foreColorIndex&quot;:9,&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9"/>
  <p:tag name="KSO_WM_UNIT_LINE_FILL_TYPE" val="2"/>
  <p:tag name="KSO_WM_UNIT_TEXT_FILL_FORE_SCHEMECOLOR_INDEX" val="13"/>
  <p:tag name="KSO_WM_UNIT_TEXT_FILL_TYPE" val="1"/>
  <p:tag name="KSO_WM_UNIT_USESOURCEFORMAT_APPLY" val="0"/>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6_2"/>
  <p:tag name="KSO_WM_TEMPLATE_CATEGORY" val="diagram"/>
  <p:tag name="KSO_WM_TEMPLATE_INDEX" val="20230939"/>
  <p:tag name="KSO_WM_UNIT_LAYERLEVEL" val="1_1_1"/>
  <p:tag name="KSO_WM_TAG_VERSION" val="3.0"/>
  <p:tag name="KSO_WM_UNIT_TYPE" val="m_h_i"/>
  <p:tag name="KSO_WM_UNIT_INDEX" val="1_6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10,&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0"/>
  <p:tag name="KSO_WM_UNIT_FILL_FORE_SCHEMECOLOR_INDEX_BRIGHTNESS" val="0"/>
  <p:tag name="KSO_WM_UNIT_TEXT_FILL_FORE_SCHEMECOLOR_INDEX" val="2"/>
  <p:tag name="KSO_WM_UNIT_TEXT_FILL_TYPE" val="1"/>
  <p:tag name="KSO_WM_UNIT_USESOURCEFORMAT_APPLY" val="0"/>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a*1_6_2"/>
  <p:tag name="KSO_WM_TEMPLATE_CATEGORY" val="diagram"/>
  <p:tag name="KSO_WM_TEMPLATE_INDEX" val="20230939"/>
  <p:tag name="KSO_WM_UNIT_LAYERLEVEL" val="1_1_1"/>
  <p:tag name="KSO_WM_TAG_VERSION" val="3.0"/>
  <p:tag name="KSO_WM_UNIT_ISCONTENTSTITLE" val="0"/>
  <p:tag name="KSO_WM_UNIT_ISNUMDGMTITLE" val="0"/>
  <p:tag name="KSO_WM_UNIT_NOCLEAR" val="0"/>
  <p:tag name="KSO_WM_UNIT_TYPE" val="m_h_a"/>
  <p:tag name="KSO_WM_UNIT_INDEX" val="1_6_2"/>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1,&quot;foreColorIndex&quot;:10,&quot;transparency&quot;:0},&quot;type&quot;:1},&quot;glow&quot;:{&quot;colorType&quot;:0},&quot;line&quot;:{&quot;type&quot;:0},&quot;shadow&quot;:{&quot;brightness&quot;:0.800000011920929,&quot;colorType&quot;:1,&quot;foreColorIndex&quot;:8,&quot;transparency&quot;:0.400000005960464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24"/>
  <p:tag name="KSO_WM_UNIT_PRESET_TEXT" val="添加标题"/>
  <p:tag name="KSO_WM_UNIT_FILL_TYPE" val="1"/>
  <p:tag name="KSO_WM_UNIT_FILL_FORE_SCHEMECOLOR_INDEX" val="10"/>
  <p:tag name="KSO_WM_UNIT_FILL_FORE_SCHEMECOLOR_INDEX_BRIGHTNESS" val="0"/>
  <p:tag name="KSO_WM_UNIT_TEXT_TYPE" val="1"/>
  <p:tag name="KSO_WM_UNIT_SHADOW_SCHEMECOLOR_INDEX" val="8"/>
  <p:tag name="KSO_WM_UNIT_USESOURCEFORMAT_APPLY" val="0"/>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6_1"/>
  <p:tag name="KSO_WM_TEMPLATE_CATEGORY" val="diagram"/>
  <p:tag name="KSO_WM_TEMPLATE_INDEX" val="20230939"/>
  <p:tag name="KSO_WM_UNIT_LAYERLEVEL" val="1_1_1"/>
  <p:tag name="KSO_WM_TAG_VERSION" val="3.0"/>
  <p:tag name="KSO_WM_UNIT_TYPE" val="m_h_i"/>
  <p:tag name="KSO_WM_UNIT_INDEX" val="1_6_1"/>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gradient&quot;:[{&quot;brightness&quot;:0,&quot;colorType&quot;:2,&quot;pos&quot;:0,&quot;rgb&quot;:&quot;#ffffff&quot;,&quot;transparency&quot;:0.550000011920929},{&quot;brightness&quot;:0,&quot;colorType&quot;:2,&quot;pos&quot;:1,&quot;rgb&quot;:&quot;#ffffff&quot;,&quot;transparency&quot;:0.550000011920929},{&quot;brightness&quot;:0,&quot;colorType&quot;:2,&quot;pos&quot;:0.75,&quot;rgb&quot;:&quot;#ffffff&quot;,&quot;transparency&quot;:1},{&quot;brightness&quot;:0,&quot;colorType&quot;:2,&quot;pos&quot;:0.25,&quot;rgb&quot;:&quot;#ffffff&quot;,&quot;transparency&quot;:1}],&quot;type&quot;:2},&quot;shadow&quot;:{&quot;brightness&quot;:-0.25,&quot;colorType&quot;:1,&quot;foreColorIndex&quot;:10,&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SHADOW_SCHEMECOLOR_INDEX" val="10"/>
  <p:tag name="KSO_WM_UNIT_TEXT_FILL_FORE_SCHEMECOLOR_INDEX" val="2"/>
  <p:tag name="KSO_WM_UNIT_TEXT_FILL_TYPE" val="1"/>
  <p:tag name="KSO_WM_UNIT_USESOURCEFORMAT_APPLY" val="0"/>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i*1_6_3"/>
  <p:tag name="KSO_WM_TEMPLATE_CATEGORY" val="diagram"/>
  <p:tag name="KSO_WM_TEMPLATE_INDEX" val="20230939"/>
  <p:tag name="KSO_WM_UNIT_LAYERLEVEL" val="1_1_1"/>
  <p:tag name="KSO_WM_TAG_VERSION" val="3.0"/>
  <p:tag name="KSO_WM_UNIT_TYPE" val="m_h_i"/>
  <p:tag name="KSO_WM_UNIT_INDEX" val="1_6_3"/>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solidLine&quot;:{&quot;brightness&quot;:0,&quot;colorType&quot;:1,&quot;foreColorIndex&quot;:10,&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10"/>
  <p:tag name="KSO_WM_UNIT_LINE_FILL_TYPE" val="2"/>
  <p:tag name="KSO_WM_UNIT_TEXT_FILL_FORE_SCHEMECOLOR_INDEX" val="13"/>
  <p:tag name="KSO_WM_UNIT_TEXT_FILL_TYPE" val="1"/>
  <p:tag name="KSO_WM_UNIT_USESOURCEFORMAT_APPLY" val="0"/>
</p:tagLst>
</file>

<file path=ppt/tags/tag21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6_1"/>
  <p:tag name="KSO_WM_UNIT_ID" val="diagram20230939_5*m_h_f*1_6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5"/>
  <p:tag name="KSO_WM_UNIT_TEXT_TYPE" val="1"/>
  <p:tag name="KSO_WM_UNIT_TEXT_LAYER_COUNT" val="1"/>
  <p:tag name="KSO_WM_BEAUTIFY_FLAG" val="#wm#"/>
  <p:tag name="KSO_WM_UNIT_PRESET_TEXT" val="文字是您思想的提炼，请言简意赅的阐述观点"/>
  <p:tag name="KSO_WM_UNIT_TEXT_FILL_FORE_SCHEMECOLOR_INDEX" val="1"/>
  <p:tag name="KSO_WM_UNIT_TEXT_FILL_TYPE" val="1"/>
  <p:tag name="KSO_WM_UNIT_USESOURCEFORMAT_APPLY" val="0"/>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x*1_1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VALUE" val="65*60"/>
  <p:tag name="KSO_WM_UNIT_TYPE" val="m_h_x"/>
  <p:tag name="KSO_WM_UNIT_INDEX" val="1_1_1"/>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0"/>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x*1_2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VALUE" val="69*58"/>
  <p:tag name="KSO_WM_UNIT_TYPE" val="m_h_x"/>
  <p:tag name="KSO_WM_UNIT_INDEX" val="1_2_1"/>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0"/>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x*1_3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VALUE" val="64*69"/>
  <p:tag name="KSO_WM_UNIT_TYPE" val="m_h_x"/>
  <p:tag name="KSO_WM_UNIT_INDEX" val="1_3_1"/>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0"/>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x*1_4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VALUE" val="66*69"/>
  <p:tag name="KSO_WM_UNIT_TYPE" val="m_h_x"/>
  <p:tag name="KSO_WM_UNIT_INDEX" val="1_4_1"/>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0"/>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x*1_5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VALUE" val="65*65"/>
  <p:tag name="KSO_WM_UNIT_TYPE" val="m_h_x"/>
  <p:tag name="KSO_WM_UNIT_INDEX" val="1_5_1"/>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0"/>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5*m_h_x*1_6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VALUE" val="57*84"/>
  <p:tag name="KSO_WM_UNIT_TYPE" val="m_h_x"/>
  <p:tag name="KSO_WM_UNIT_INDEX" val="1_6_1"/>
  <p:tag name="KSO_WM_DIAGRAM_MAX_ITEMCNT" val="6"/>
  <p:tag name="KSO_WM_DIAGRAM_MIN_ITEMCNT" val="2"/>
  <p:tag name="KSO_WM_DIAGRAM_VIRTUALLY_FRAME" val="{&quot;height&quot;:321.1000061035156,&quot;left&quot;:48.7,&quot;top&quot;:178.9999969482422,&quot;width&quot;:86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0"/>
</p:tagLst>
</file>

<file path=ppt/tags/tag223.xml><?xml version="1.0" encoding="utf-8"?>
<p:tagLst xmlns:p="http://schemas.openxmlformats.org/presentationml/2006/main">
  <p:tag name="KSO_WM_BEAUTIFY_FLAG" val="#wm#"/>
  <p:tag name="KSO_WM_TEMPLATE_CATEGORY" val="custom"/>
  <p:tag name="KSO_WM_TEMPLATE_INDEX" val="20230280"/>
  <p:tag name="KSO_WM_SPECIAL_SOURCE" val="bdnull"/>
  <p:tag name="KSO_WM_SLIDE_ID" val="diagram20230939_5"/>
  <p:tag name="KSO_WM_TEMPLATE_SUBCATEGORY" val="0"/>
  <p:tag name="KSO_WM_TEMPLATE_MASTER_TYPE" val="0"/>
  <p:tag name="KSO_WM_TEMPLATE_COLOR_TYPE" val="0"/>
  <p:tag name="KSO_WM_SLIDE_ITEM_CNT" val="6"/>
  <p:tag name="KSO_WM_SLIDE_INDEX" val="5"/>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867*318.9"/>
  <p:tag name="KSO_WM_SLIDE_POSITION" val="48.7*180.1"/>
</p:tagLst>
</file>

<file path=ppt/tags/tag224.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1.0"/>
  <p:tag name="KSO_WM_BEAUTIFY_FLAG" val="#wm#"/>
  <p:tag name="KSO_WM_UNIT_CONTENT_GROUP_TYPE" val="contentchip"/>
</p:tagLst>
</file>

<file path=ppt/tags/tag225.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1.0"/>
  <p:tag name="KSO_WM_BEAUTIFY_FLAG" val="#wm#"/>
  <p:tag name="KSO_WM_UNIT_CONTENT_GROUP_TYPE" val="contentchip"/>
</p:tagLst>
</file>

<file path=ppt/tags/tag226.xml><?xml version="1.0" encoding="utf-8"?>
<p:tagLst xmlns:p="http://schemas.openxmlformats.org/presentationml/2006/main">
  <p:tag name="KSO_WM_BEAUTIFY_FLAG" val="#wm#"/>
  <p:tag name="KSO_WM_TEMPLATE_CATEGORY" val="custom"/>
  <p:tag name="KSO_WM_TEMPLATE_INDEX" val="20230280"/>
</p:tagLst>
</file>

<file path=ppt/tags/tag22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057_3*a*1"/>
  <p:tag name="KSO_WM_TEMPLATE_CATEGORY" val="diagram"/>
  <p:tag name="KSO_WM_TEMPLATE_INDEX" val="20231057"/>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0"/>
</p:tagLst>
</file>

<file path=ppt/tags/tag22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1_3"/>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15000000596046448,&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22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3_3"/>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3_3"/>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15000000596046448,&quot;colorType&quot;:1,&quot;foreColorIndex&quot;:7,&quot;pos&quot;:0,&quot;transparency&quot;:0},{&quot;brightness&quot;:0,&quot;colorType&quot;:1,&quot;foreColorIndex&quot;:7,&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23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2_3"/>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2_3"/>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25,&quot;colorType&quot;:1,&quot;foreColorIndex&quot;:6,&quot;pos&quot;:0,&quot;transparency&quot;:0},{&quot;brightness&quot;:-0.10000000149011612,&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23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4_3"/>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4_3"/>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25,&quot;colorType&quot;:1,&quot;foreColorIndex&quot;:8,&quot;pos&quot;:0,&quot;transparency&quot;:0},{&quot;brightness&quot;:-0.10000000149011612,&quot;colorType&quot;:1,&quot;foreColorIndex&quot;:8,&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2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1_1"/>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1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2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3_1"/>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3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type&quot;:0},&quot;glow&quot;:{&quot;colorType&quot;:0},&quot;line&quot;:{&quot;solidLine&quot;:{&quot;brightness&quot;:0.4000000059604645,&quot;colorType&quot;:1,&quot;foreColorIndex&quot;:7,&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7"/>
  <p:tag name="KSO_WM_UNIT_LINE_FILL_TYPE" val="2"/>
  <p:tag name="KSO_WM_UNIT_USESOURCEFORMAT_APPLY" val="0"/>
</p:tagLst>
</file>

<file path=ppt/tags/tag23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1_2"/>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1_2"/>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25,&quot;colorType&quot;:1,&quot;foreColorIndex&quot;:5,&quot;pos&quot;:0,&quot;transparency&quot;:0},{&quot;brightness&quot;:0.15000000596046448,&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23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2_1"/>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2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type&quot;:0},&quot;glow&quot;:{&quot;colorType&quot;:0},&quot;line&quot;:{&quot;solidLine&quot;:{&quot;brightness&quot;:0.4000000059604645,&quot;colorType&quot;:1,&quot;foreColorIndex&quot;:6,&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6"/>
  <p:tag name="KSO_WM_UNIT_LINE_FILL_TYPE" val="2"/>
  <p:tag name="KSO_WM_UNIT_USESOURCEFORMAT_APPLY" val="0"/>
</p:tagLst>
</file>

<file path=ppt/tags/tag23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4_1"/>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4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type&quot;:0},&quot;glow&quot;:{&quot;colorType&quot;:0},&quot;line&quot;:{&quot;solidLine&quot;:{&quot;brightness&quot;:0.4000000059604645,&quot;colorType&quot;:1,&quot;foreColorIndex&quot;:8,&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8"/>
  <p:tag name="KSO_WM_UNIT_LINE_FILL_TYPE" val="2"/>
  <p:tag name="KSO_WM_UNIT_USESOURCEFORMAT_APPLY" val="0"/>
</p:tagLst>
</file>

<file path=ppt/tags/tag23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3_2"/>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3_2"/>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25,&quot;colorType&quot;:1,&quot;foreColorIndex&quot;:7,&quot;pos&quot;:0,&quot;transparency&quot;:0},{&quot;brightness&quot;:0.15000000596046448,&quot;colorType&quot;:1,&quot;foreColorIndex&quot;:7,&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23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2_2"/>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2_2"/>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25,&quot;colorType&quot;:1,&quot;foreColorIndex&quot;:6,&quot;pos&quot;:0,&quot;transparency&quot;:0},{&quot;brightness&quot;:0.15000000596046448,&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23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57_3*l_h_i*1_4_2"/>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4_2"/>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25,&quot;colorType&quot;:1,&quot;foreColorIndex&quot;:8,&quot;pos&quot;:0,&quot;transparency&quot;:0},{&quot;brightness&quot;:0.15000000596046448,&quot;colorType&quot;:1,&quot;foreColorIndex&quot;:8,&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24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1057_3*l_h_f*1_1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PRESET_TEXT" val="单击此处输入你的智能图形项正文，文字是您思想的提炼"/>
  <p:tag name="KSO_WM_UNIT_TEXT_FILL_FORE_SCHEMECOLOR_INDEX" val="1"/>
  <p:tag name="KSO_WM_UNIT_TEXT_FILL_TYPE" val="1"/>
  <p:tag name="KSO_WM_UNIT_TEXT_TYPE" val="1"/>
  <p:tag name="KSO_WM_UNIT_USESOURCEFORMAT_APPLY" val="0"/>
</p:tagLst>
</file>

<file path=ppt/tags/tag24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1057_3*l_h_f*1_3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文字是您思想的提炼"/>
  <p:tag name="KSO_WM_UNIT_TEXT_FILL_FORE_SCHEMECOLOR_INDEX" val="1"/>
  <p:tag name="KSO_WM_UNIT_TEXT_FILL_TYPE" val="1"/>
  <p:tag name="KSO_WM_UNIT_TEXT_TYPE" val="1"/>
  <p:tag name="KSO_WM_UNIT_USESOURCEFORMAT_APPLY" val="0"/>
</p:tagLst>
</file>

<file path=ppt/tags/tag24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4_1"/>
  <p:tag name="KSO_WM_UNIT_ID" val="diagram20231057_3*l_h_f*1_4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文字是您思想的提炼"/>
  <p:tag name="KSO_WM_UNIT_TEXT_FILL_FORE_SCHEMECOLOR_INDEX" val="1"/>
  <p:tag name="KSO_WM_UNIT_TEXT_FILL_TYPE" val="1"/>
  <p:tag name="KSO_WM_UNIT_TEXT_TYPE" val="1"/>
  <p:tag name="KSO_WM_UNIT_USESOURCEFORMAT_APPLY" val="0"/>
</p:tagLst>
</file>

<file path=ppt/tags/tag24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1057_3*l_h_f*1_2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文字是您思想的提炼"/>
  <p:tag name="KSO_WM_UNIT_TEXT_FILL_FORE_SCHEMECOLOR_INDEX" val="1"/>
  <p:tag name="KSO_WM_UNIT_TEXT_FILL_TYPE" val="1"/>
  <p:tag name="KSO_WM_UNIT_TEXT_TYPE" val="1"/>
  <p:tag name="KSO_WM_UNIT_USESOURCEFORMAT_APPLY" val="0"/>
</p:tagLst>
</file>

<file path=ppt/tags/tag24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4_1"/>
  <p:tag name="KSO_WM_UNIT_ID" val="diagram20231057_3*l_h_a*1_4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30000001192092896,&quot;colorType&quot;:1,&quot;foreColorIndex&quot;:8,&quot;pos&quot;:0.800000011920929,&quot;transparency&quot;:0},{&quot;brightness&quot;:0,&quot;colorType&quot;:1,&quot;foreColorIndex&quot;:8,&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TEXT_FILL_FORE_SCHEMECOLOR_INDEX" val="1"/>
  <p:tag name="KSO_WM_UNIT_TEXT_FILL_TYPE" val="1"/>
  <p:tag name="KSO_WM_UNIT_TEXT_TYPE" val="1"/>
  <p:tag name="KSO_WM_UNIT_USESOURCEFORMAT_APPLY" val="0"/>
</p:tagLst>
</file>

<file path=ppt/tags/tag24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1057_3*l_h_a*1_3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30000001192092896,&quot;colorType&quot;:1,&quot;foreColorIndex&quot;:7,&quot;pos&quot;:0.800000011920929,&quot;transparency&quot;:0},{&quot;brightness&quot;:0,&quot;colorType&quot;:1,&quot;foreColorIndex&quot;:7,&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TEXT_FILL_FORE_SCHEMECOLOR_INDEX" val="1"/>
  <p:tag name="KSO_WM_UNIT_TEXT_FILL_TYPE" val="1"/>
  <p:tag name="KSO_WM_UNIT_TEXT_TYPE" val="1"/>
  <p:tag name="KSO_WM_UNIT_USESOURCEFORMAT_APPLY" val="0"/>
</p:tagLst>
</file>

<file path=ppt/tags/tag24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1057_3*l_h_a*1_2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30000001192092896,&quot;colorType&quot;:1,&quot;foreColorIndex&quot;:6,&quot;pos&quot;:0.800000011920929,&quot;transparency&quot;:0},{&quot;brightness&quot;:0,&quot;colorType&quot;:1,&quot;foreColorIndex&quot;:6,&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TEXT_FILL_FORE_SCHEMECOLOR_INDEX" val="1"/>
  <p:tag name="KSO_WM_UNIT_TEXT_FILL_TYPE" val="1"/>
  <p:tag name="KSO_WM_UNIT_TEXT_TYPE" val="1"/>
  <p:tag name="KSO_WM_UNIT_USESOURCEFORMAT_APPLY" val="0"/>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057_3*l_h_x*1_2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UNIT_VALUE" val="53*48"/>
  <p:tag name="KSO_WM_UNIT_TYPE" val="l_h_x"/>
  <p:tag name="KSO_WM_UNIT_INDEX" val="1_2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UNIT_USESOURCEFORMAT_APPLY" val="0"/>
</p:tagLst>
</file>

<file path=ppt/tags/tag24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1057_3*l_h_a*1_1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gradient&quot;:[{&quot;brightness&quot;:0.30000001192092896,&quot;colorType&quot;:1,&quot;foreColorIndex&quot;:5,&quot;pos&quot;:0.800000011920929,&quot;transparency&quot;:0},{&quot;brightness&quot;:0,&quot;colorType&quot;:1,&quot;foreColorIndex&quot;:5,&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TEXT_FILL_FORE_SCHEMECOLOR_INDEX" val="1"/>
  <p:tag name="KSO_WM_UNIT_TEXT_FILL_TYPE" val="1"/>
  <p:tag name="KSO_WM_UNIT_TEXT_TYPE" val="1"/>
  <p:tag name="KSO_WM_UNIT_USESOURCEFORMAT_APPLY" val="0"/>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057_3*l_h_x*1_1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UNIT_VALUE" val="56*58"/>
  <p:tag name="KSO_WM_UNIT_TYPE" val="l_h_x"/>
  <p:tag name="KSO_WM_UNIT_INDEX" val="1_1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UNIT_USESOURCEFORMAT_APPLY" val="0"/>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057_3*l_h_x*1_3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UNIT_VALUE" val="58*50"/>
  <p:tag name="KSO_WM_UNIT_TYPE" val="l_h_x"/>
  <p:tag name="KSO_WM_UNIT_INDEX" val="1_3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UNIT_USESOURCEFORMAT_APPLY" val="0"/>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057_3*l_h_x*1_4_1"/>
  <p:tag name="KSO_WM_TEMPLATE_CATEGORY" val="diagram"/>
  <p:tag name="KSO_WM_TEMPLATE_INDEX" val="20231057"/>
  <p:tag name="KSO_WM_UNIT_LAYERLEVEL" val="1_1_1"/>
  <p:tag name="KSO_WM_TAG_VERSION" val="3.0"/>
  <p:tag name="KSO_WM_BEAUTIFY_FLAG" val="#wm#"/>
  <p:tag name="KSO_WM_DIAGRAM_VERSION" val="3"/>
  <p:tag name="KSO_WM_DIAGRAM_COLOR_TRICK" val="4"/>
  <p:tag name="KSO_WM_DIAGRAM_COLOR_TEXT_CAN_REMOVE" val="n"/>
  <p:tag name="KSO_WM_UNIT_VALUE" val="53*45"/>
  <p:tag name="KSO_WM_UNIT_TYPE" val="l_h_x"/>
  <p:tag name="KSO_WM_UNIT_INDEX" val="1_4_1"/>
  <p:tag name="KSO_WM_DIAGRAM_MAX_ITEMCNT" val="6"/>
  <p:tag name="KSO_WM_DIAGRAM_MIN_ITEMCNT" val="2"/>
  <p:tag name="KSO_WM_DIAGRAM_VIRTUALLY_FRAME" val="{&quot;height&quot;:366.7974853515625,&quot;left&quot;:53.2915771484375,&quot;top&quot;:120.6186982691006,&quot;width&quot;:856.016845703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UNIT_USESOURCEFORMAT_APPLY" val="0"/>
</p:tagLst>
</file>

<file path=ppt/tags/tag252.xml><?xml version="1.0" encoding="utf-8"?>
<p:tagLst xmlns:p="http://schemas.openxmlformats.org/presentationml/2006/main">
  <p:tag name="KSO_WM_SLIDE_ID" val="diagram20231057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0280"/>
  <p:tag name="KSO_WM_SLIDE_TYPE" val="text"/>
  <p:tag name="KSO_WM_SLIDE_SUBTYPE" val="diag"/>
  <p:tag name="KSO_WM_SLIDE_SIZE" val="845.391*280.05"/>
  <p:tag name="KSO_WM_SLIDE_POSITION" val="58.6047*163.992"/>
  <p:tag name="KSO_WM_SLIDE_LAYOUT" val="a_l"/>
  <p:tag name="KSO_WM_SLIDE_LAYOUT_CNT" val="1_1"/>
  <p:tag name="KSO_WM_SPECIAL_SOURCE" val="bdnull"/>
  <p:tag name="KSO_WM_DIAGRAM_GROUP_CODE" val="l1-1"/>
  <p:tag name="KSO_WM_SLIDE_DIAGTYPE" val="l"/>
</p:tagLst>
</file>

<file path=ppt/tags/tag2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1.0"/>
  <p:tag name="KSO_WM_BEAUTIFY_FLAG" val="#wm#"/>
  <p:tag name="KSO_WM_UNIT_PRESET_TEXT" val="单击此处编辑母版文本样式&#10;第二级&#10;第三级&#10;第四级&#10;第五级"/>
</p:tagLst>
</file>

<file path=ppt/tags/tag254.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1.0"/>
  <p:tag name="KSO_WM_BEAUTIFY_FLAG" val="#wm#"/>
</p:tagLst>
</file>

<file path=ppt/tags/tag25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1.0"/>
  <p:tag name="KSO_WM_BEAUTIFY_FLAG" val="#wm#"/>
  <p:tag name="KSO_WM_UNIT_PRESET_TEXT" val="单击此处编辑母版文本样式&#10;第二级&#10;第三级&#10;第四级&#10;第五级"/>
</p:tagLst>
</file>

<file path=ppt/tags/tag25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1.0"/>
  <p:tag name="KSO_WM_BEAUTIFY_FLAG" val="#wm#"/>
  <p:tag name="KSO_WM_UNIT_CONTENT_GROUP_TYPE" val="titlestyle"/>
  <p:tag name="KSO_WM_UNIT_PRESET_TEXT" val="单击添加文档标题"/>
</p:tagLst>
</file>

<file path=ppt/tags/tag257.xml><?xml version="1.0" encoding="utf-8"?>
<p:tagLst xmlns:p="http://schemas.openxmlformats.org/presentationml/2006/main">
  <p:tag name="KSO_WM_BEAUTIFY_FLAG" val="#wm#"/>
  <p:tag name="KSO_WM_TEMPLATE_CATEGORY" val="custom"/>
  <p:tag name="KSO_WM_TEMPLATE_INDEX" val="20230280"/>
</p:tagLst>
</file>

<file path=ppt/tags/tag25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7*a*1"/>
  <p:tag name="KSO_WM_TEMPLATE_CATEGORY" val="custom"/>
  <p:tag name="KSO_WM_TEMPLATE_INDEX" val="20230280"/>
  <p:tag name="KSO_WM_UNIT_LAYERLEVEL" val="1"/>
  <p:tag name="KSO_WM_TAG_VERSION" val="1.0"/>
  <p:tag name="KSO_WM_BEAUTIFY_FLAG" val="#wm#"/>
  <p:tag name="KSO_WM_UNIT_CONTENT_GROUP_TYPE" val="contentchip"/>
  <p:tag name="KSO_WM_UNIT_PRESET_TEXT" val="单击添加文档标题"/>
  <p:tag name="KSO_WM_UNIT_TEXT_TYPE" val="1"/>
</p:tagLst>
</file>

<file path=ppt/tags/tag259.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80_7*e*1"/>
  <p:tag name="KSO_WM_TEMPLATE_CATEGORY" val="custom"/>
  <p:tag name="KSO_WM_TEMPLATE_INDEX" val="20230280"/>
  <p:tag name="KSO_WM_UNIT_LAYERLEVEL" val="1"/>
  <p:tag name="KSO_WM_TAG_VERSION" val="1.0"/>
  <p:tag name="KSO_WM_BEAUTIFY_FLAG" val="#wm#"/>
  <p:tag name="KSO_WM_UNIT_CONTENT_GROUP_TYPE" val="contentchip"/>
</p:tagLst>
</file>

<file path=ppt/tags/tag260.xml><?xml version="1.0" encoding="utf-8"?>
<p:tagLst xmlns:p="http://schemas.openxmlformats.org/presentationml/2006/main">
  <p:tag name="KSO_WM_SLIDE_ID" val="custom20230280_7"/>
  <p:tag name="KSO_WM_TEMPLATE_SUBCATEGORY" val="29"/>
  <p:tag name="KSO_WM_TEMPLATE_MASTER_TYPE" val="0"/>
  <p:tag name="KSO_WM_TEMPLATE_COLOR_TYPE" val="0"/>
  <p:tag name="KSO_WM_SLIDE_ITEM_CNT" val="0"/>
  <p:tag name="KSO_WM_SLIDE_INDEX" val="7"/>
  <p:tag name="KSO_WM_TAG_VERSION" val="1.0"/>
  <p:tag name="KSO_WM_BEAUTIFY_FLAG" val="#wm#"/>
  <p:tag name="KSO_WM_TEMPLATE_CATEGORY" val="custom"/>
  <p:tag name="KSO_WM_TEMPLATE_INDEX" val="20230280"/>
  <p:tag name="KSO_WM_SLIDE_TYPE" val="sectionTitle"/>
  <p:tag name="KSO_WM_SLIDE_SUBTYPE" val="pureTxt"/>
  <p:tag name="KSO_WM_SLIDE_LAYOUT" val="a_e"/>
  <p:tag name="KSO_WM_SLIDE_LAYOUT_CNT" val="1_1"/>
  <p:tag name="KSO_WM_SPECIAL_SOURCE" val="bdnull"/>
  <p:tag name="KSO_WM_SLIDE_CONTENT_AREA" val="{&quot;left&quot;:&quot;139.5&quot;,&quot;top&quot;:&quot;66.4&quot;,&quot;width&quot;:&quot;693&quot;,&quot;height&quot;:&quot;392.25&quot;}"/>
</p:tagLst>
</file>

<file path=ppt/tags/tag26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307_2*a*1"/>
  <p:tag name="KSO_WM_TEMPLATE_CATEGORY" val="diagram"/>
  <p:tag name="KSO_WM_TEMPLATE_INDEX" val="20231307"/>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0"/>
</p:tagLst>
</file>

<file path=ppt/tags/tag26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2*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50.72499389648438,&quot;top&quot;:128.09999389648436,&quot;width&quot;:854.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263.xml><?xml version="1.0" encoding="utf-8"?>
<p:tagLst xmlns:p="http://schemas.openxmlformats.org/presentationml/2006/main">
  <p:tag name="KSO_WM_DIAGRAM_VIRTUALLY_FRAME" val="{&quot;height&quot;:343.45001220703125,&quot;left&quot;:50.72499389648438,&quot;top&quot;:128.09999389648436,&quot;width&quot;:854.4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2*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的观点。"/>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0"/>
</p:tagLst>
</file>

<file path=ppt/tags/tag264.xml><?xml version="1.0" encoding="utf-8"?>
<p:tagLst xmlns:p="http://schemas.openxmlformats.org/presentationml/2006/main">
  <p:tag name="KSO_WM_DIAGRAM_VIRTUALLY_FRAME" val="{&quot;height&quot;:343.45001220703125,&quot;left&quot;:50.72499389648438,&quot;top&quot;:128.09999389648436,&quot;width&quot;:854.4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2*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26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2*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50.72499389648438,&quot;top&quot;:128.09999389648436,&quot;width&quot;:854.450012207031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0"/>
</p:tagLst>
</file>

<file path=ppt/tags/tag266.xml><?xml version="1.0" encoding="utf-8"?>
<p:tagLst xmlns:p="http://schemas.openxmlformats.org/presentationml/2006/main">
  <p:tag name="KSO_WM_DIAGRAM_VIRTUALLY_FRAME" val="{&quot;height&quot;:343.45001220703125,&quot;left&quot;:50.72499389648438,&quot;top&quot;:128.09999389648436,&quot;width&quot;:854.4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2*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以便观者准确地理解您传达的思想单击此处添加文本具体内容。"/>
  <p:tag name="KSO_WM_UNIT_LINE_FORE_SCHEMECOLOR_INDEX" val="8"/>
  <p:tag name="KSO_WM_UNIT_LINE_FILL_TYPE" val="2"/>
  <p:tag name="KSO_WM_UNIT_TEXT_FILL_FORE_SCHEMECOLOR_INDEX" val="13"/>
  <p:tag name="KSO_WM_UNIT_TEXT_FILL_TYPE" val="1"/>
  <p:tag name="KSO_WM_UNIT_USESOURCEFORMAT_APPLY" val="0"/>
</p:tagLst>
</file>

<file path=ppt/tags/tag267.xml><?xml version="1.0" encoding="utf-8"?>
<p:tagLst xmlns:p="http://schemas.openxmlformats.org/presentationml/2006/main">
  <p:tag name="KSO_WM_DIAGRAM_VIRTUALLY_FRAME" val="{&quot;height&quot;:343.45001220703125,&quot;left&quot;:50.72499389648438,&quot;top&quot;:128.09999389648436,&quot;width&quot;:854.4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2*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0"/>
</p:tagLst>
</file>

<file path=ppt/tags/tag26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307_2*l_h_i*1_3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50.72499389648438,&quot;top&quot;:128.09999389648436,&quot;width&quot;:854.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269.xml><?xml version="1.0" encoding="utf-8"?>
<p:tagLst xmlns:p="http://schemas.openxmlformats.org/presentationml/2006/main">
  <p:tag name="KSO_WM_DIAGRAM_VIRTUALLY_FRAME" val="{&quot;height&quot;:343.45001220703125,&quot;left&quot;:50.72499389648438,&quot;top&quot;:128.09999389648436,&quot;width&quot;:854.4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307_2*l_h_f*1_3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LINE_FORE_SCHEMECOLOR_INDEX" val="5"/>
  <p:tag name="KSO_WM_UNIT_LINE_FILL_TYPE" val="2"/>
  <p:tag name="KSO_WM_UNIT_TEXT_FILL_FORE_SCHEMECOLOR_INDEX" val="13"/>
  <p:tag name="KSO_WM_UNIT_TEXT_FILL_TYPE" val="1"/>
  <p:tag name="KSO_WM_UNIT_USESOURCEFORMAT_APPLY" val="0"/>
</p:tagLst>
</file>

<file path=ppt/tags/tag270.xml><?xml version="1.0" encoding="utf-8"?>
<p:tagLst xmlns:p="http://schemas.openxmlformats.org/presentationml/2006/main">
  <p:tag name="KSO_WM_DIAGRAM_VIRTUALLY_FRAME" val="{&quot;height&quot;:343.45001220703125,&quot;left&quot;:50.72499389648438,&quot;top&quot;:128.09999389648436,&quot;width&quot;:854.4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307_2*l_h_i*1_3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271.xml><?xml version="1.0" encoding="utf-8"?>
<p:tagLst xmlns:p="http://schemas.openxmlformats.org/presentationml/2006/main">
  <p:tag name="KSO_WM_SLIDE_ID" val="diagram20231307_2"/>
  <p:tag name="KSO_WM_TEMPLATE_SUBCATEGORY" val="0"/>
  <p:tag name="KSO_WM_TEMPLATE_MASTER_TYPE" val="0"/>
  <p:tag name="KSO_WM_TEMPLATE_COLOR_TYPE" val="0"/>
  <p:tag name="KSO_WM_SLIDE_TYPE" val="text"/>
  <p:tag name="KSO_WM_SLIDE_SUBTYPE" val="diag"/>
  <p:tag name="KSO_WM_SLIDE_ITEM_CNT" val="3"/>
  <p:tag name="KSO_WM_SLIDE_INDEX" val="2"/>
  <p:tag name="KSO_WM_SLIDE_SIZE" val="853.3*343.45"/>
  <p:tag name="KSO_WM_SLIDE_POSITION" val="51.3*128.1"/>
  <p:tag name="KSO_WM_DIAGRAM_GROUP_CODE" val="l1-1"/>
  <p:tag name="KSO_WM_SLIDE_DIAGTYPE" val="l"/>
  <p:tag name="KSO_WM_TAG_VERSION" val="3.0"/>
  <p:tag name="KSO_WM_BEAUTIFY_FLAG" val="#wm#"/>
  <p:tag name="KSO_WM_TEMPLATE_CATEGORY" val="custom"/>
  <p:tag name="KSO_WM_TEMPLATE_INDEX" val="20230280"/>
  <p:tag name="KSO_WM_SLIDE_LAYOUT" val="a_l"/>
  <p:tag name="KSO_WM_SLIDE_LAYOUT_CNT" val="1_1"/>
</p:tagLst>
</file>

<file path=ppt/tags/tag27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2804_1*a*1"/>
  <p:tag name="KSO_WM_TEMPLATE_CATEGORY" val="custom"/>
  <p:tag name="KSO_WM_TEMPLATE_INDEX" val="40492804"/>
  <p:tag name="KSO_WM_UNIT_LAYERLEVEL" val="1"/>
  <p:tag name="KSO_WM_TAG_VERSION" val="3.0"/>
  <p:tag name="KSO_WM_BEAUTIFY_FLAG" val="#wm#"/>
  <p:tag name="KSO_WM_UNIT_VALUE" val="18"/>
  <p:tag name="KSO_WM_UNIT_PRESET_TEXT" val="单击此处&#13;添加页面标题内容"/>
  <p:tag name="KSO_WM_UNIT_TEXT_TYPE" val="1"/>
</p:tagLst>
</file>

<file path=ppt/tags/tag273.xml><?xml version="1.0" encoding="utf-8"?>
<p:tagLst xmlns:p="http://schemas.openxmlformats.org/presentationml/2006/main">
  <p:tag name="KSO_WM_UNIT_VALUE" val="603*913"/>
  <p:tag name="KSO_WM_UNIT_HIGHLIGHT" val="0"/>
  <p:tag name="KSO_WM_UNIT_COMPATIBLE" val="0"/>
  <p:tag name="KSO_WM_UNIT_DIAGRAM_ISNUMVISUAL" val="0"/>
  <p:tag name="KSO_WM_UNIT_DIAGRAM_ISREFERUNIT" val="0"/>
  <p:tag name="KSO_WM_UNIT_TYPE" val="d"/>
  <p:tag name="KSO_WM_UNIT_INDEX" val="2"/>
  <p:tag name="KSO_WM_UNIT_ID" val="custom40492804_1*d*2"/>
  <p:tag name="KSO_WM_TEMPLATE_CATEGORY" val="custom"/>
  <p:tag name="KSO_WM_TEMPLATE_INDEX" val="40492804"/>
  <p:tag name="KSO_WM_UNIT_LAYERLEVEL" val="1"/>
  <p:tag name="KSO_WM_TAG_VERSION" val="3.0"/>
  <p:tag name="KSO_WM_BEAUTIFY_FLAG" val="#wm#"/>
  <p:tag name="KSO_WM_UNIT_PICTURE_SUBTYPE" val="b"/>
</p:tagLst>
</file>

<file path=ppt/tags/tag274.xml><?xml version="1.0" encoding="utf-8"?>
<p:tagLst xmlns:p="http://schemas.openxmlformats.org/presentationml/2006/main">
  <p:tag name="KSO_WM_UNIT_VALUE" val="603*913"/>
  <p:tag name="KSO_WM_UNIT_HIGHLIGHT" val="0"/>
  <p:tag name="KSO_WM_UNIT_COMPATIBLE" val="0"/>
  <p:tag name="KSO_WM_UNIT_DIAGRAM_ISNUMVISUAL" val="0"/>
  <p:tag name="KSO_WM_UNIT_DIAGRAM_ISREFERUNIT" val="0"/>
  <p:tag name="KSO_WM_UNIT_TYPE" val="d"/>
  <p:tag name="KSO_WM_UNIT_INDEX" val="3"/>
  <p:tag name="KSO_WM_UNIT_ID" val="custom40492804_1*d*3"/>
  <p:tag name="KSO_WM_TEMPLATE_CATEGORY" val="custom"/>
  <p:tag name="KSO_WM_TEMPLATE_INDEX" val="40492804"/>
  <p:tag name="KSO_WM_UNIT_LAYERLEVEL" val="1"/>
  <p:tag name="KSO_WM_TAG_VERSION" val="3.0"/>
  <p:tag name="KSO_WM_BEAUTIFY_FLAG" val="#wm#"/>
  <p:tag name="KSO_WM_UNIT_PICTURE_SUBTYPE" val="b"/>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2804_1*i*1"/>
  <p:tag name="KSO_WM_TEMPLATE_CATEGORY" val="custom"/>
  <p:tag name="KSO_WM_TEMPLATE_INDEX" val="40492804"/>
  <p:tag name="KSO_WM_UNIT_LAYERLEVEL" val="1"/>
  <p:tag name="KSO_WM_TAG_VERSION" val="3.0"/>
  <p:tag name="KSO_WM_BEAUTIFY_FLAG" val="#wm#"/>
</p:tagLst>
</file>

<file path=ppt/tags/tag276.xml><?xml version="1.0" encoding="utf-8"?>
<p:tagLst xmlns:p="http://schemas.openxmlformats.org/presentationml/2006/main">
  <p:tag name="KSO_WM_UNIT_VALUE" val="603*913"/>
  <p:tag name="KSO_WM_UNIT_HIGHLIGHT" val="0"/>
  <p:tag name="KSO_WM_UNIT_COMPATIBLE" val="0"/>
  <p:tag name="KSO_WM_UNIT_DIAGRAM_ISNUMVISUAL" val="0"/>
  <p:tag name="KSO_WM_UNIT_DIAGRAM_ISREFERUNIT" val="0"/>
  <p:tag name="KSO_WM_UNIT_TYPE" val="d"/>
  <p:tag name="KSO_WM_UNIT_INDEX" val="4"/>
  <p:tag name="KSO_WM_UNIT_ID" val="custom40492804_1*d*4"/>
  <p:tag name="KSO_WM_TEMPLATE_CATEGORY" val="custom"/>
  <p:tag name="KSO_WM_TEMPLATE_INDEX" val="40492804"/>
  <p:tag name="KSO_WM_UNIT_LAYERLEVEL" val="1"/>
  <p:tag name="KSO_WM_TAG_VERSION" val="3.0"/>
  <p:tag name="KSO_WM_BEAUTIFY_FLAG" val="#wm#"/>
  <p:tag name="KSO_WM_UNIT_PICTURE_SUBTYPE" val="b"/>
</p:tagLst>
</file>

<file path=ppt/tags/tag277.xml><?xml version="1.0" encoding="utf-8"?>
<p:tagLst xmlns:p="http://schemas.openxmlformats.org/presentationml/2006/main">
  <p:tag name="KSO_WM_UNIT_PICTURE_SUBTYPE" val="b"/>
  <p:tag name="KSO_WM_UNIT_VALUE" val="603*913"/>
  <p:tag name="KSO_WM_UNIT_HIGHLIGHT" val="0"/>
  <p:tag name="KSO_WM_UNIT_COMPATIBLE" val="0"/>
  <p:tag name="KSO_WM_UNIT_DIAGRAM_ISNUMVISUAL" val="0"/>
  <p:tag name="KSO_WM_UNIT_DIAGRAM_ISREFERUNIT" val="0"/>
  <p:tag name="KSO_WM_UNIT_TYPE" val="d"/>
  <p:tag name="KSO_WM_UNIT_INDEX" val="1"/>
  <p:tag name="KSO_WM_UNIT_ID" val="custom40492804_1*d*1"/>
  <p:tag name="KSO_WM_TEMPLATE_CATEGORY" val="custom"/>
  <p:tag name="KSO_WM_TEMPLATE_INDEX" val="40492804"/>
  <p:tag name="KSO_WM_UNIT_LAYERLEVEL" val="1"/>
  <p:tag name="KSO_WM_TAG_VERSION" val="3.0"/>
  <p:tag name="KSO_WM_BEAUTIFY_FLAG" val="#wm#"/>
</p:tagLst>
</file>

<file path=ppt/tags/tag278.xml><?xml version="1.0" encoding="utf-8"?>
<p:tagLst xmlns:p="http://schemas.openxmlformats.org/presentationml/2006/main">
  <p:tag name="KSO_WM_BEAUTIFY_FLAG" val="#wm#"/>
  <p:tag name="KSO_WM_TEMPLATE_CATEGORY" val="custom"/>
  <p:tag name="KSO_WM_TEMPLATE_INDEX" val="20230280"/>
  <p:tag name="KSO_WM_SLIDE_ID" val="custom40492804_1"/>
  <p:tag name="KSO_WM_TEMPLATE_SUBCATEGORY" val="0"/>
  <p:tag name="KSO_WM_TEMPLATE_MASTER_TYPE" val="0"/>
  <p:tag name="KSO_WM_TEMPLATE_COLOR_TYPE" val="0"/>
  <p:tag name="KSO_WM_SLIDE_ITEM_CNT" val="0"/>
  <p:tag name="KSO_WM_SLIDE_INDEX" val="1"/>
  <p:tag name="KSO_WM_TAG_VERSION" val="3.0"/>
  <p:tag name="KSO_WM_SLIDE_LAYOUT" val="a_d"/>
  <p:tag name="KSO_WM_SLIDE_LAYOUT_CNT" val="1_4"/>
  <p:tag name="KSO_WM_SLIDE_TYPE" val="text"/>
  <p:tag name="KSO_WM_SLIDE_SUBTYPE" val="picTxt"/>
  <p:tag name="KSO_WM_SLIDE_SIZE" val="978*384"/>
  <p:tag name="KSO_WM_SLIDE_POSITION" val="-67*81"/>
</p:tagLst>
</file>

<file path=ppt/tags/tag279.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80_9*f*1"/>
  <p:tag name="KSO_WM_TEMPLATE_CATEGORY" val="custom"/>
  <p:tag name="KSO_WM_TEMPLATE_INDEX" val="20230280"/>
  <p:tag name="KSO_WM_UNIT_LAYERLEVEL" val="1"/>
  <p:tag name="KSO_WM_TAG_VERSION" val="1.0"/>
  <p:tag name="KSO_WM_BEAUTIFY_FLAG" val="#wm#"/>
  <p:tag name="KSO_WM_UNIT_CONTENT_GROUP_TYPE" val="contentchip"/>
</p:tagLst>
</file>

<file path=ppt/tags/tag28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80_9*a*1"/>
  <p:tag name="KSO_WM_TEMPLATE_CATEGORY" val="custom"/>
  <p:tag name="KSO_WM_TEMPLATE_INDEX" val="20230280"/>
  <p:tag name="KSO_WM_UNIT_LAYERLEVEL" val="1"/>
  <p:tag name="KSO_WM_TAG_VERSION" val="1.0"/>
  <p:tag name="KSO_WM_BEAUTIFY_FLAG" val="#wm#"/>
  <p:tag name="KSO_WM_UNIT_CONTENT_GROUP_TYPE" val="contentchip"/>
</p:tagLst>
</file>

<file path=ppt/tags/tag281.xml><?xml version="1.0" encoding="utf-8"?>
<p:tagLst xmlns:p="http://schemas.openxmlformats.org/presentationml/2006/main">
  <p:tag name="KSO_WM_SLIDE_ID" val="custom20230280_9"/>
  <p:tag name="KSO_WM_TEMPLATE_SUBCATEGORY" val="29"/>
  <p:tag name="KSO_WM_TEMPLATE_MASTER_TYPE" val="0"/>
  <p:tag name="KSO_WM_TEMPLATE_COLOR_TYPE" val="0"/>
  <p:tag name="KSO_WM_SLIDE_ITEM_CNT" val="0"/>
  <p:tag name="KSO_WM_SLIDE_INDEX" val="9"/>
  <p:tag name="KSO_WM_TAG_VERSION" val="1.0"/>
  <p:tag name="KSO_WM_BEAUTIFY_FLAG" val="#wm#"/>
  <p:tag name="KSO_WM_TEMPLATE_CATEGORY" val="custom"/>
  <p:tag name="KSO_WM_TEMPLATE_INDEX" val="20230280"/>
  <p:tag name="KSO_WM_SLIDE_TYPE" val="endPage"/>
  <p:tag name="KSO_WM_SLIDE_SUBTYPE" val="pureTxt"/>
  <p:tag name="KSO_WM_SLIDE_LAYOUT" val="a_f"/>
  <p:tag name="KSO_WM_SLIDE_LAYOUT_CNT" val="1_1"/>
  <p:tag name="KSO_WM_SPECIAL_SOURCE" val="bdnull"/>
  <p:tag name="KSO_WM_SLIDE_CONTENT_AREA" val="{&quot;left&quot;:&quot;425.85&quot;,&quot;top&quot;:&quot;88.35&quot;,&quot;width&quot;:&quot;476.05&quot;,&quot;height&quot;:&quot;323.95&quot;}"/>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116">
      <a:dk1>
        <a:srgbClr val="000000"/>
      </a:dk1>
      <a:lt1>
        <a:srgbClr val="FFFFFF"/>
      </a:lt1>
      <a:dk2>
        <a:srgbClr val="1F4A2C"/>
      </a:dk2>
      <a:lt2>
        <a:srgbClr val="F1F9F3"/>
      </a:lt2>
      <a:accent1>
        <a:srgbClr val="80B0B2"/>
      </a:accent1>
      <a:accent2>
        <a:srgbClr val="789FB8"/>
      </a:accent2>
      <a:accent3>
        <a:srgbClr val="6F8EBE"/>
      </a:accent3>
      <a:accent4>
        <a:srgbClr val="9FC597"/>
      </a:accent4>
      <a:accent5>
        <a:srgbClr val="94B77F"/>
      </a:accent5>
      <a:accent6>
        <a:srgbClr val="7EA560"/>
      </a:accent6>
      <a:hlink>
        <a:srgbClr val="0563C1"/>
      </a:hlink>
      <a:folHlink>
        <a:srgbClr val="954D72"/>
      </a:folHlink>
    </a:clrScheme>
    <a:fontScheme name="自定义 47">
      <a:majorFont>
        <a:latin typeface="汉仪书宋二简"/>
        <a:ea typeface="汉仪书宋二简"/>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1993</Words>
  <Application>WPS 演示</Application>
  <PresentationFormat>宽屏</PresentationFormat>
  <Paragraphs>141</Paragraphs>
  <Slides>14</Slides>
  <Notes>4</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14</vt:i4>
      </vt:variant>
    </vt:vector>
  </HeadingPairs>
  <TitlesOfParts>
    <vt:vector size="28" baseType="lpstr">
      <vt:lpstr>Arial</vt:lpstr>
      <vt:lpstr>宋体</vt:lpstr>
      <vt:lpstr>Wingdings</vt:lpstr>
      <vt:lpstr>Wingdings</vt:lpstr>
      <vt:lpstr>MiSans Normal</vt:lpstr>
      <vt:lpstr>黑体</vt:lpstr>
      <vt:lpstr>微软雅黑</vt:lpstr>
      <vt:lpstr>汉仪书宋二简</vt:lpstr>
      <vt:lpstr>Arial Unicode MS</vt:lpstr>
      <vt:lpstr>Calibri</vt:lpstr>
      <vt:lpstr>MiSans Normal</vt:lpstr>
      <vt:lpstr>Segoe Print</vt:lpstr>
      <vt:lpstr>WPS</vt:lpstr>
      <vt:lpstr>2_Office 主题</vt:lpstr>
      <vt:lpstr>项目答辩</vt:lpstr>
      <vt:lpstr>目录</vt:lpstr>
      <vt:lpstr>项目简介</vt:lpstr>
      <vt:lpstr>项目缘起</vt:lpstr>
      <vt:lpstr>项目全流程运行</vt:lpstr>
      <vt:lpstr>项目全流程运行</vt:lpstr>
      <vt:lpstr>项目运行流程图</vt:lpstr>
      <vt:lpstr>项目架构与工具选择</vt:lpstr>
      <vt:lpstr>项目架构与工具选择</vt:lpstr>
      <vt:lpstr>真实痛点</vt:lpstr>
      <vt:lpstr>单击添加文档标题</vt:lpstr>
      <vt:lpstr>项目的价值</vt:lpstr>
      <vt:lpstr>项目的意义 本项目是从底层微调、推理部署、知识检索到业务工作流的全链路工程化落地，技术完整、业务深度绑定、可直接替代重复性岗位工作，真正为企业实现降本、提效、标准化、资产化四大生产力价值，具备长期复用、持续迭代的战略意义</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WPS_1646400207</cp:lastModifiedBy>
  <cp:revision>160</cp:revision>
  <dcterms:created xsi:type="dcterms:W3CDTF">2019-06-19T02:08:00Z</dcterms:created>
  <dcterms:modified xsi:type="dcterms:W3CDTF">2026-07-03T02:13:52Z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24E4C7570EE0425F8143C57D6691DC67_11</vt:lpwstr>
  </property>
</Properties>
</file>